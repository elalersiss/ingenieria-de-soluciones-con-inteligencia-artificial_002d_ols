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8" r:id="rId3"/>
    <p:sldId id="295" r:id="rId4"/>
    <p:sldId id="279" r:id="rId5"/>
    <p:sldId id="283" r:id="rId6"/>
    <p:sldId id="284" r:id="rId7"/>
    <p:sldId id="285" r:id="rId8"/>
    <p:sldId id="286" r:id="rId9"/>
    <p:sldId id="287" r:id="rId10"/>
    <p:sldId id="288" r:id="rId11"/>
    <p:sldId id="291" r:id="rId12"/>
    <p:sldId id="292" r:id="rId13"/>
    <p:sldId id="294" r:id="rId14"/>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27" autoAdjust="0"/>
    <p:restoredTop sz="93173" autoAdjust="0"/>
  </p:normalViewPr>
  <p:slideViewPr>
    <p:cSldViewPr snapToGrid="0">
      <p:cViewPr varScale="1">
        <p:scale>
          <a:sx n="63" d="100"/>
          <a:sy n="63" d="100"/>
        </p:scale>
        <p:origin x="8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BDCB0C-69E9-4911-980B-989A824EA717}" type="datetimeFigureOut">
              <a:rPr lang="es-CL" smtClean="0"/>
              <a:t>07-04-2026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07F482-7FF7-4DD4-AE91-ACA70D5B43D5}" type="slidenum">
              <a:rPr lang="es-CL" smtClean="0"/>
              <a:t>‹Nº›</a:t>
            </a:fld>
            <a:endParaRPr lang="es-CL"/>
          </a:p>
        </p:txBody>
      </p:sp>
    </p:spTree>
    <p:extLst>
      <p:ext uri="{BB962C8B-B14F-4D97-AF65-F5344CB8AC3E}">
        <p14:creationId xmlns:p14="http://schemas.microsoft.com/office/powerpoint/2010/main" val="2209796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2107F482-7FF7-4DD4-AE91-ACA70D5B43D5}" type="slidenum">
              <a:rPr lang="es-CL" smtClean="0"/>
              <a:t>3</a:t>
            </a:fld>
            <a:endParaRPr lang="es-CL"/>
          </a:p>
        </p:txBody>
      </p:sp>
    </p:spTree>
    <p:extLst>
      <p:ext uri="{BB962C8B-B14F-4D97-AF65-F5344CB8AC3E}">
        <p14:creationId xmlns:p14="http://schemas.microsoft.com/office/powerpoint/2010/main" val="970894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DEAFD-4343-FCD6-B55B-1DC6ADFA8B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7663F13-E4FB-1728-4F5B-B4AD3446BBDB}"/>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7582B80E-EEE9-DD0C-FE86-EF7448CEF177}"/>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89470142-9316-8FDA-C204-1A98069595F4}"/>
              </a:ext>
            </a:extLst>
          </p:cNvPr>
          <p:cNvSpPr>
            <a:spLocks noGrp="1"/>
          </p:cNvSpPr>
          <p:nvPr>
            <p:ph type="sldNum" sz="quarter" idx="5"/>
          </p:nvPr>
        </p:nvSpPr>
        <p:spPr/>
        <p:txBody>
          <a:bodyPr/>
          <a:lstStyle/>
          <a:p>
            <a:fld id="{2107F482-7FF7-4DD4-AE91-ACA70D5B43D5}" type="slidenum">
              <a:rPr lang="es-CL" smtClean="0"/>
              <a:t>4</a:t>
            </a:fld>
            <a:endParaRPr lang="es-CL"/>
          </a:p>
        </p:txBody>
      </p:sp>
    </p:spTree>
    <p:extLst>
      <p:ext uri="{BB962C8B-B14F-4D97-AF65-F5344CB8AC3E}">
        <p14:creationId xmlns:p14="http://schemas.microsoft.com/office/powerpoint/2010/main" val="4129676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43A82-2FC2-1596-0771-6DBDD860396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B5A6AE4-24A5-021B-8647-8A644D8AE066}"/>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2CD0BC0B-BC84-A24C-DD9A-D8108817BFAD}"/>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ACCB48B6-233E-CF7C-D332-7BC7D16511D1}"/>
              </a:ext>
            </a:extLst>
          </p:cNvPr>
          <p:cNvSpPr>
            <a:spLocks noGrp="1"/>
          </p:cNvSpPr>
          <p:nvPr>
            <p:ph type="sldNum" sz="quarter" idx="5"/>
          </p:nvPr>
        </p:nvSpPr>
        <p:spPr/>
        <p:txBody>
          <a:bodyPr/>
          <a:lstStyle/>
          <a:p>
            <a:fld id="{2107F482-7FF7-4DD4-AE91-ACA70D5B43D5}" type="slidenum">
              <a:rPr lang="es-CL" smtClean="0"/>
              <a:t>5</a:t>
            </a:fld>
            <a:endParaRPr lang="es-CL"/>
          </a:p>
        </p:txBody>
      </p:sp>
    </p:spTree>
    <p:extLst>
      <p:ext uri="{BB962C8B-B14F-4D97-AF65-F5344CB8AC3E}">
        <p14:creationId xmlns:p14="http://schemas.microsoft.com/office/powerpoint/2010/main" val="1358914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D3D98-2246-6C7D-C960-31C83AEC16F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6856F91-01B7-4981-67A7-70E49FE6661D}"/>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675E5EBA-6AB4-C2BF-4725-99D358B678BB}"/>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57C06299-92FE-08F7-0BD4-7591F9420748}"/>
              </a:ext>
            </a:extLst>
          </p:cNvPr>
          <p:cNvSpPr>
            <a:spLocks noGrp="1"/>
          </p:cNvSpPr>
          <p:nvPr>
            <p:ph type="sldNum" sz="quarter" idx="5"/>
          </p:nvPr>
        </p:nvSpPr>
        <p:spPr/>
        <p:txBody>
          <a:bodyPr/>
          <a:lstStyle/>
          <a:p>
            <a:fld id="{2107F482-7FF7-4DD4-AE91-ACA70D5B43D5}" type="slidenum">
              <a:rPr lang="es-CL" smtClean="0"/>
              <a:t>6</a:t>
            </a:fld>
            <a:endParaRPr lang="es-CL"/>
          </a:p>
        </p:txBody>
      </p:sp>
    </p:spTree>
    <p:extLst>
      <p:ext uri="{BB962C8B-B14F-4D97-AF65-F5344CB8AC3E}">
        <p14:creationId xmlns:p14="http://schemas.microsoft.com/office/powerpoint/2010/main" val="753015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8907C-8B98-D57B-553F-75BDBB3116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B7932BC-E0E4-0915-A285-DE3AB88F6EE2}"/>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BC4FAB89-E829-DD23-2D73-E785ABE7474F}"/>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9F34D424-6B3E-E42F-31C4-A11BF97E5B4A}"/>
              </a:ext>
            </a:extLst>
          </p:cNvPr>
          <p:cNvSpPr>
            <a:spLocks noGrp="1"/>
          </p:cNvSpPr>
          <p:nvPr>
            <p:ph type="sldNum" sz="quarter" idx="5"/>
          </p:nvPr>
        </p:nvSpPr>
        <p:spPr/>
        <p:txBody>
          <a:bodyPr/>
          <a:lstStyle/>
          <a:p>
            <a:fld id="{2107F482-7FF7-4DD4-AE91-ACA70D5B43D5}" type="slidenum">
              <a:rPr lang="es-CL" smtClean="0"/>
              <a:t>7</a:t>
            </a:fld>
            <a:endParaRPr lang="es-CL"/>
          </a:p>
        </p:txBody>
      </p:sp>
    </p:spTree>
    <p:extLst>
      <p:ext uri="{BB962C8B-B14F-4D97-AF65-F5344CB8AC3E}">
        <p14:creationId xmlns:p14="http://schemas.microsoft.com/office/powerpoint/2010/main" val="20273293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B9642-487F-3699-0571-32126D6276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5BE11F4-41BD-DBF4-4EB7-B2CC981CD1E9}"/>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171620DA-6352-CEB1-E543-55665B25247C}"/>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8A4DE4E2-CE28-2DB2-DD80-8DE556325884}"/>
              </a:ext>
            </a:extLst>
          </p:cNvPr>
          <p:cNvSpPr>
            <a:spLocks noGrp="1"/>
          </p:cNvSpPr>
          <p:nvPr>
            <p:ph type="sldNum" sz="quarter" idx="5"/>
          </p:nvPr>
        </p:nvSpPr>
        <p:spPr/>
        <p:txBody>
          <a:bodyPr/>
          <a:lstStyle/>
          <a:p>
            <a:fld id="{2107F482-7FF7-4DD4-AE91-ACA70D5B43D5}" type="slidenum">
              <a:rPr lang="es-CL" smtClean="0"/>
              <a:t>8</a:t>
            </a:fld>
            <a:endParaRPr lang="es-CL"/>
          </a:p>
        </p:txBody>
      </p:sp>
    </p:spTree>
    <p:extLst>
      <p:ext uri="{BB962C8B-B14F-4D97-AF65-F5344CB8AC3E}">
        <p14:creationId xmlns:p14="http://schemas.microsoft.com/office/powerpoint/2010/main" val="14762292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C8A95-CCBE-CA73-30C3-6C6F3E75147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D1294F-1BE4-3495-A891-C2775F3F9BF4}"/>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D3E35627-D731-253B-1A7C-EF7E6CFE6940}"/>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B0436505-586C-D077-0D0C-BFB607BD07FA}"/>
              </a:ext>
            </a:extLst>
          </p:cNvPr>
          <p:cNvSpPr>
            <a:spLocks noGrp="1"/>
          </p:cNvSpPr>
          <p:nvPr>
            <p:ph type="sldNum" sz="quarter" idx="5"/>
          </p:nvPr>
        </p:nvSpPr>
        <p:spPr/>
        <p:txBody>
          <a:bodyPr/>
          <a:lstStyle/>
          <a:p>
            <a:fld id="{2107F482-7FF7-4DD4-AE91-ACA70D5B43D5}" type="slidenum">
              <a:rPr lang="es-CL" smtClean="0"/>
              <a:t>9</a:t>
            </a:fld>
            <a:endParaRPr lang="es-CL"/>
          </a:p>
        </p:txBody>
      </p:sp>
    </p:spTree>
    <p:extLst>
      <p:ext uri="{BB962C8B-B14F-4D97-AF65-F5344CB8AC3E}">
        <p14:creationId xmlns:p14="http://schemas.microsoft.com/office/powerpoint/2010/main" val="1654331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18FB6-DD69-9059-A76C-922EBF3370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45B2906-9519-3D1B-ED33-E225F6F10F4B}"/>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78E3B6A5-80AE-1192-9B12-64A81592DABE}"/>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E54B567A-ED97-DD09-9E5A-4C6445059916}"/>
              </a:ext>
            </a:extLst>
          </p:cNvPr>
          <p:cNvSpPr>
            <a:spLocks noGrp="1"/>
          </p:cNvSpPr>
          <p:nvPr>
            <p:ph type="sldNum" sz="quarter" idx="5"/>
          </p:nvPr>
        </p:nvSpPr>
        <p:spPr/>
        <p:txBody>
          <a:bodyPr/>
          <a:lstStyle/>
          <a:p>
            <a:fld id="{2107F482-7FF7-4DD4-AE91-ACA70D5B43D5}" type="slidenum">
              <a:rPr lang="es-CL" smtClean="0"/>
              <a:t>10</a:t>
            </a:fld>
            <a:endParaRPr lang="es-CL"/>
          </a:p>
        </p:txBody>
      </p:sp>
    </p:spTree>
    <p:extLst>
      <p:ext uri="{BB962C8B-B14F-4D97-AF65-F5344CB8AC3E}">
        <p14:creationId xmlns:p14="http://schemas.microsoft.com/office/powerpoint/2010/main" val="1760305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22E2D-CDC6-522C-5747-8CD1E4552BE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FBF6DD5-3A96-FB98-7A3C-1417FDEC74D7}"/>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C282F3CC-1F57-886D-952A-8873D481E3FC}"/>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0423F1CB-3868-74A3-54B3-C7EDB9B61CB9}"/>
              </a:ext>
            </a:extLst>
          </p:cNvPr>
          <p:cNvSpPr>
            <a:spLocks noGrp="1"/>
          </p:cNvSpPr>
          <p:nvPr>
            <p:ph type="sldNum" sz="quarter" idx="5"/>
          </p:nvPr>
        </p:nvSpPr>
        <p:spPr/>
        <p:txBody>
          <a:bodyPr/>
          <a:lstStyle/>
          <a:p>
            <a:fld id="{2107F482-7FF7-4DD4-AE91-ACA70D5B43D5}" type="slidenum">
              <a:rPr lang="es-CL" smtClean="0"/>
              <a:t>11</a:t>
            </a:fld>
            <a:endParaRPr lang="es-CL"/>
          </a:p>
        </p:txBody>
      </p:sp>
    </p:spTree>
    <p:extLst>
      <p:ext uri="{BB962C8B-B14F-4D97-AF65-F5344CB8AC3E}">
        <p14:creationId xmlns:p14="http://schemas.microsoft.com/office/powerpoint/2010/main" val="3623310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2B77B-5072-5F1C-0F10-0F491EF9CD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7F49A66-BCE5-9419-631E-18BA30ED1CFD}"/>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F6441215-2564-E539-3753-60DE68CF8A6D}"/>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F268D863-15C2-C2CB-8958-1953C0F225CD}"/>
              </a:ext>
            </a:extLst>
          </p:cNvPr>
          <p:cNvSpPr>
            <a:spLocks noGrp="1"/>
          </p:cNvSpPr>
          <p:nvPr>
            <p:ph type="sldNum" sz="quarter" idx="5"/>
          </p:nvPr>
        </p:nvSpPr>
        <p:spPr/>
        <p:txBody>
          <a:bodyPr/>
          <a:lstStyle/>
          <a:p>
            <a:fld id="{2107F482-7FF7-4DD4-AE91-ACA70D5B43D5}" type="slidenum">
              <a:rPr lang="es-CL" smtClean="0"/>
              <a:t>12</a:t>
            </a:fld>
            <a:endParaRPr lang="es-CL"/>
          </a:p>
        </p:txBody>
      </p:sp>
    </p:spTree>
    <p:extLst>
      <p:ext uri="{BB962C8B-B14F-4D97-AF65-F5344CB8AC3E}">
        <p14:creationId xmlns:p14="http://schemas.microsoft.com/office/powerpoint/2010/main" val="2153837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1B11F-5B92-3421-5C7D-F9A7E906CF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C567AAB-DF95-73EB-C038-65525A6158F8}"/>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19C18463-87B4-CF6B-79C1-FAEB57695E3C}"/>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2DE4A2DB-6D88-E021-731E-BA2E5CA354BB}"/>
              </a:ext>
            </a:extLst>
          </p:cNvPr>
          <p:cNvSpPr>
            <a:spLocks noGrp="1"/>
          </p:cNvSpPr>
          <p:nvPr>
            <p:ph type="sldNum" sz="quarter" idx="5"/>
          </p:nvPr>
        </p:nvSpPr>
        <p:spPr/>
        <p:txBody>
          <a:bodyPr/>
          <a:lstStyle/>
          <a:p>
            <a:fld id="{2107F482-7FF7-4DD4-AE91-ACA70D5B43D5}" type="slidenum">
              <a:rPr lang="es-CL" smtClean="0"/>
              <a:t>13</a:t>
            </a:fld>
            <a:endParaRPr lang="es-CL"/>
          </a:p>
        </p:txBody>
      </p:sp>
    </p:spTree>
    <p:extLst>
      <p:ext uri="{BB962C8B-B14F-4D97-AF65-F5344CB8AC3E}">
        <p14:creationId xmlns:p14="http://schemas.microsoft.com/office/powerpoint/2010/main" val="320578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D1CEB3-5675-98F6-5555-EE13E992A56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F07ADF84-13F9-5B39-43F1-14E7D8EA08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49FA3DF8-0758-BF8A-9304-ECC31709A5D7}"/>
              </a:ext>
            </a:extLst>
          </p:cNvPr>
          <p:cNvSpPr>
            <a:spLocks noGrp="1"/>
          </p:cNvSpPr>
          <p:nvPr>
            <p:ph type="dt" sz="half" idx="10"/>
          </p:nvPr>
        </p:nvSpPr>
        <p:spPr/>
        <p:txBody>
          <a:bodyPr/>
          <a:lstStyle/>
          <a:p>
            <a:fld id="{E8BDA46D-A1A7-4D05-A86A-5A57D57622A5}" type="datetimeFigureOut">
              <a:rPr lang="es-CL" smtClean="0"/>
              <a:t>07-04-2026</a:t>
            </a:fld>
            <a:endParaRPr lang="es-CL"/>
          </a:p>
        </p:txBody>
      </p:sp>
      <p:sp>
        <p:nvSpPr>
          <p:cNvPr id="5" name="Marcador de pie de página 4">
            <a:extLst>
              <a:ext uri="{FF2B5EF4-FFF2-40B4-BE49-F238E27FC236}">
                <a16:creationId xmlns:a16="http://schemas.microsoft.com/office/drawing/2014/main" id="{E7A8AD70-F127-7BA6-5921-BCF78459803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5809D2E-C8C8-DAE5-342D-7ACCCAC6D7F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4042806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2BA7-F473-4377-62A9-34C365181649}"/>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2876B6C-F6ED-E8B4-6256-B671D382415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E376944-86DF-A06F-F26C-EEAE33302DCB}"/>
              </a:ext>
            </a:extLst>
          </p:cNvPr>
          <p:cNvSpPr>
            <a:spLocks noGrp="1"/>
          </p:cNvSpPr>
          <p:nvPr>
            <p:ph type="dt" sz="half" idx="10"/>
          </p:nvPr>
        </p:nvSpPr>
        <p:spPr/>
        <p:txBody>
          <a:bodyPr/>
          <a:lstStyle/>
          <a:p>
            <a:fld id="{E8BDA46D-A1A7-4D05-A86A-5A57D57622A5}" type="datetimeFigureOut">
              <a:rPr lang="es-CL" smtClean="0"/>
              <a:t>07-04-2026</a:t>
            </a:fld>
            <a:endParaRPr lang="es-CL"/>
          </a:p>
        </p:txBody>
      </p:sp>
      <p:sp>
        <p:nvSpPr>
          <p:cNvPr id="5" name="Marcador de pie de página 4">
            <a:extLst>
              <a:ext uri="{FF2B5EF4-FFF2-40B4-BE49-F238E27FC236}">
                <a16:creationId xmlns:a16="http://schemas.microsoft.com/office/drawing/2014/main" id="{8842D504-2579-A803-D017-38F414D8F92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B44F6F1-3475-DF5A-171D-90C0A6361F33}"/>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71958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9EE0DC-FE41-207B-B5D4-12044E8D9BC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265E523B-DBFD-D95C-BDA2-AF438B18FA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00A689A-2C60-C5ED-1F57-27748FB82FCF}"/>
              </a:ext>
            </a:extLst>
          </p:cNvPr>
          <p:cNvSpPr>
            <a:spLocks noGrp="1"/>
          </p:cNvSpPr>
          <p:nvPr>
            <p:ph type="dt" sz="half" idx="10"/>
          </p:nvPr>
        </p:nvSpPr>
        <p:spPr/>
        <p:txBody>
          <a:bodyPr/>
          <a:lstStyle/>
          <a:p>
            <a:fld id="{E8BDA46D-A1A7-4D05-A86A-5A57D57622A5}" type="datetimeFigureOut">
              <a:rPr lang="es-CL" smtClean="0"/>
              <a:t>07-04-2026</a:t>
            </a:fld>
            <a:endParaRPr lang="es-CL"/>
          </a:p>
        </p:txBody>
      </p:sp>
      <p:sp>
        <p:nvSpPr>
          <p:cNvPr id="5" name="Marcador de pie de página 4">
            <a:extLst>
              <a:ext uri="{FF2B5EF4-FFF2-40B4-BE49-F238E27FC236}">
                <a16:creationId xmlns:a16="http://schemas.microsoft.com/office/drawing/2014/main" id="{18E6A1D8-E528-4BB5-3D0E-DD599C20DD1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22BCB4D-49C6-4998-F409-6029A291DE8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040702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31A91A-3147-1537-3F76-79772FA4154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3C01651-05BC-1EC6-A58E-575D048EC2F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55082018-B822-A183-DA4B-1C3D16A49C4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6F26C75-9BEB-D6DB-5431-6309AC889347}"/>
              </a:ext>
            </a:extLst>
          </p:cNvPr>
          <p:cNvSpPr>
            <a:spLocks noGrp="1"/>
          </p:cNvSpPr>
          <p:nvPr>
            <p:ph type="dt" sz="half" idx="10"/>
          </p:nvPr>
        </p:nvSpPr>
        <p:spPr/>
        <p:txBody>
          <a:bodyPr/>
          <a:lstStyle/>
          <a:p>
            <a:fld id="{E8BDA46D-A1A7-4D05-A86A-5A57D57622A5}" type="datetimeFigureOut">
              <a:rPr lang="es-CL" smtClean="0"/>
              <a:t>07-04-2026</a:t>
            </a:fld>
            <a:endParaRPr lang="es-CL"/>
          </a:p>
        </p:txBody>
      </p:sp>
      <p:sp>
        <p:nvSpPr>
          <p:cNvPr id="6" name="Marcador de pie de página 5">
            <a:extLst>
              <a:ext uri="{FF2B5EF4-FFF2-40B4-BE49-F238E27FC236}">
                <a16:creationId xmlns:a16="http://schemas.microsoft.com/office/drawing/2014/main" id="{D071B78F-8C40-BEB7-3CA1-D48366C1C4D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27D4D4F6-B884-C893-0AE7-0BD236FC0A3F}"/>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196884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28DA5D-9DAA-85F9-8663-3F4CFE4F13B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6CA55E1-B5F5-EAF9-B7FE-D45D79747C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C121A24-CF2D-161C-0F6E-E25010C9830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20F6704-DF9F-D96E-863C-22E02CAD62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08E114D-20FF-505F-3AC7-DFA59AC8F45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321214F7-5555-5155-7348-E210F99F0EF8}"/>
              </a:ext>
            </a:extLst>
          </p:cNvPr>
          <p:cNvSpPr>
            <a:spLocks noGrp="1"/>
          </p:cNvSpPr>
          <p:nvPr>
            <p:ph type="dt" sz="half" idx="10"/>
          </p:nvPr>
        </p:nvSpPr>
        <p:spPr/>
        <p:txBody>
          <a:bodyPr/>
          <a:lstStyle/>
          <a:p>
            <a:fld id="{E8BDA46D-A1A7-4D05-A86A-5A57D57622A5}" type="datetimeFigureOut">
              <a:rPr lang="es-CL" smtClean="0"/>
              <a:t>07-04-2026</a:t>
            </a:fld>
            <a:endParaRPr lang="es-CL"/>
          </a:p>
        </p:txBody>
      </p:sp>
      <p:sp>
        <p:nvSpPr>
          <p:cNvPr id="8" name="Marcador de pie de página 7">
            <a:extLst>
              <a:ext uri="{FF2B5EF4-FFF2-40B4-BE49-F238E27FC236}">
                <a16:creationId xmlns:a16="http://schemas.microsoft.com/office/drawing/2014/main" id="{C2C5D59F-5FAC-9631-CDC3-84D27C41472A}"/>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321995D8-D632-D10E-8AFF-26E5C8098BB9}"/>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71272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B870B8-34B8-37DC-89DB-47FC09CC5D8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BB0F1EB3-E9A9-3C8D-7E75-A95C59BF31B0}"/>
              </a:ext>
            </a:extLst>
          </p:cNvPr>
          <p:cNvSpPr>
            <a:spLocks noGrp="1"/>
          </p:cNvSpPr>
          <p:nvPr>
            <p:ph type="dt" sz="half" idx="10"/>
          </p:nvPr>
        </p:nvSpPr>
        <p:spPr/>
        <p:txBody>
          <a:bodyPr/>
          <a:lstStyle/>
          <a:p>
            <a:fld id="{E8BDA46D-A1A7-4D05-A86A-5A57D57622A5}" type="datetimeFigureOut">
              <a:rPr lang="es-CL" smtClean="0"/>
              <a:t>07-04-2026</a:t>
            </a:fld>
            <a:endParaRPr lang="es-CL"/>
          </a:p>
        </p:txBody>
      </p:sp>
      <p:sp>
        <p:nvSpPr>
          <p:cNvPr id="4" name="Marcador de pie de página 3">
            <a:extLst>
              <a:ext uri="{FF2B5EF4-FFF2-40B4-BE49-F238E27FC236}">
                <a16:creationId xmlns:a16="http://schemas.microsoft.com/office/drawing/2014/main" id="{6337F6A3-CB35-F37A-A6DA-88C9FF448CC1}"/>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3C4C9290-251F-B1E0-AEAA-710A3CB53E84}"/>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971229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81B6F75-8539-FB15-F03B-E2523D1BB972}"/>
              </a:ext>
            </a:extLst>
          </p:cNvPr>
          <p:cNvSpPr>
            <a:spLocks noGrp="1"/>
          </p:cNvSpPr>
          <p:nvPr>
            <p:ph type="dt" sz="half" idx="10"/>
          </p:nvPr>
        </p:nvSpPr>
        <p:spPr/>
        <p:txBody>
          <a:bodyPr/>
          <a:lstStyle/>
          <a:p>
            <a:fld id="{E8BDA46D-A1A7-4D05-A86A-5A57D57622A5}" type="datetimeFigureOut">
              <a:rPr lang="es-CL" smtClean="0"/>
              <a:t>07-04-2026</a:t>
            </a:fld>
            <a:endParaRPr lang="es-CL"/>
          </a:p>
        </p:txBody>
      </p:sp>
      <p:sp>
        <p:nvSpPr>
          <p:cNvPr id="3" name="Marcador de pie de página 2">
            <a:extLst>
              <a:ext uri="{FF2B5EF4-FFF2-40B4-BE49-F238E27FC236}">
                <a16:creationId xmlns:a16="http://schemas.microsoft.com/office/drawing/2014/main" id="{F8725444-0A64-F2BF-CE6D-C96D6C237478}"/>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B1A95120-3AD7-2633-1852-99868A08E105}"/>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9157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D67FF6-55E8-496C-BCC4-4D7B40336D7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A28B327-F8C2-0B0D-FCA9-41E590A062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C374743E-45A5-85D0-4052-5B42C3C077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7AA9CE0-4EF9-BCF9-74C2-CFE7CCCA4E61}"/>
              </a:ext>
            </a:extLst>
          </p:cNvPr>
          <p:cNvSpPr>
            <a:spLocks noGrp="1"/>
          </p:cNvSpPr>
          <p:nvPr>
            <p:ph type="dt" sz="half" idx="10"/>
          </p:nvPr>
        </p:nvSpPr>
        <p:spPr/>
        <p:txBody>
          <a:bodyPr/>
          <a:lstStyle/>
          <a:p>
            <a:fld id="{E8BDA46D-A1A7-4D05-A86A-5A57D57622A5}" type="datetimeFigureOut">
              <a:rPr lang="es-CL" smtClean="0"/>
              <a:t>07-04-2026</a:t>
            </a:fld>
            <a:endParaRPr lang="es-CL"/>
          </a:p>
        </p:txBody>
      </p:sp>
      <p:sp>
        <p:nvSpPr>
          <p:cNvPr id="6" name="Marcador de pie de página 5">
            <a:extLst>
              <a:ext uri="{FF2B5EF4-FFF2-40B4-BE49-F238E27FC236}">
                <a16:creationId xmlns:a16="http://schemas.microsoft.com/office/drawing/2014/main" id="{31A8C77C-C8E9-8F00-1622-EC17987D85CA}"/>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FBA34C7-982A-2E74-0F17-C8063BB65B0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9446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231788-80C1-18AA-49B2-00AA49AE72C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B19EDF4D-E446-21A3-5193-EA3AA3FD2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C22F1C9E-17FA-6C7E-F214-0530F189A4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81A0B5E-955F-3A5F-84DE-EE873021AD65}"/>
              </a:ext>
            </a:extLst>
          </p:cNvPr>
          <p:cNvSpPr>
            <a:spLocks noGrp="1"/>
          </p:cNvSpPr>
          <p:nvPr>
            <p:ph type="dt" sz="half" idx="10"/>
          </p:nvPr>
        </p:nvSpPr>
        <p:spPr/>
        <p:txBody>
          <a:bodyPr/>
          <a:lstStyle/>
          <a:p>
            <a:fld id="{E8BDA46D-A1A7-4D05-A86A-5A57D57622A5}" type="datetimeFigureOut">
              <a:rPr lang="es-CL" smtClean="0"/>
              <a:t>07-04-2026</a:t>
            </a:fld>
            <a:endParaRPr lang="es-CL"/>
          </a:p>
        </p:txBody>
      </p:sp>
      <p:sp>
        <p:nvSpPr>
          <p:cNvPr id="6" name="Marcador de pie de página 5">
            <a:extLst>
              <a:ext uri="{FF2B5EF4-FFF2-40B4-BE49-F238E27FC236}">
                <a16:creationId xmlns:a16="http://schemas.microsoft.com/office/drawing/2014/main" id="{82FDB288-42E2-730F-3EC2-75CDD0F07093}"/>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459CA278-6D6E-B2A8-B1E4-9F7DA302E9D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831643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856C15-EF0C-C8A8-41F6-840E0E4336C8}"/>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A36D5AC-B824-2DA4-A083-1EEB7768DEA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920E341-3C14-25A1-76F8-8BC7FE23FF28}"/>
              </a:ext>
            </a:extLst>
          </p:cNvPr>
          <p:cNvSpPr>
            <a:spLocks noGrp="1"/>
          </p:cNvSpPr>
          <p:nvPr>
            <p:ph type="dt" sz="half" idx="10"/>
          </p:nvPr>
        </p:nvSpPr>
        <p:spPr/>
        <p:txBody>
          <a:bodyPr/>
          <a:lstStyle/>
          <a:p>
            <a:fld id="{E8BDA46D-A1A7-4D05-A86A-5A57D57622A5}" type="datetimeFigureOut">
              <a:rPr lang="es-CL" smtClean="0"/>
              <a:t>07-04-2026</a:t>
            </a:fld>
            <a:endParaRPr lang="es-CL"/>
          </a:p>
        </p:txBody>
      </p:sp>
      <p:sp>
        <p:nvSpPr>
          <p:cNvPr id="5" name="Marcador de pie de página 4">
            <a:extLst>
              <a:ext uri="{FF2B5EF4-FFF2-40B4-BE49-F238E27FC236}">
                <a16:creationId xmlns:a16="http://schemas.microsoft.com/office/drawing/2014/main" id="{CEC9B56E-2B7B-8C60-811D-12FE70B468E9}"/>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650FC0E-77B0-E187-7241-8BE9332FF16D}"/>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202914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00424F-3FDF-9896-F8DF-EBF93BEF4D4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8350F60B-440F-292F-888A-8EF62AA412C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14116BF-3104-AF5D-C0A8-E063AF706A11}"/>
              </a:ext>
            </a:extLst>
          </p:cNvPr>
          <p:cNvSpPr>
            <a:spLocks noGrp="1"/>
          </p:cNvSpPr>
          <p:nvPr>
            <p:ph type="dt" sz="half" idx="10"/>
          </p:nvPr>
        </p:nvSpPr>
        <p:spPr/>
        <p:txBody>
          <a:bodyPr/>
          <a:lstStyle/>
          <a:p>
            <a:fld id="{E8BDA46D-A1A7-4D05-A86A-5A57D57622A5}" type="datetimeFigureOut">
              <a:rPr lang="es-CL" smtClean="0"/>
              <a:t>07-04-2026</a:t>
            </a:fld>
            <a:endParaRPr lang="es-CL"/>
          </a:p>
        </p:txBody>
      </p:sp>
      <p:sp>
        <p:nvSpPr>
          <p:cNvPr id="5" name="Marcador de pie de página 4">
            <a:extLst>
              <a:ext uri="{FF2B5EF4-FFF2-40B4-BE49-F238E27FC236}">
                <a16:creationId xmlns:a16="http://schemas.microsoft.com/office/drawing/2014/main" id="{2E8F5DAA-9632-8650-11D1-4852CB9F0A6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1DD27B8-05BD-48E2-3B7C-2DF3A1DBBD5A}"/>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546732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FE1D736-C504-F2D3-4D26-5C0C6D7897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D32A4F1-8C91-29BD-B83A-D5ED13E399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7C91089-CE03-9300-C918-89BA1B7A9A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BDA46D-A1A7-4D05-A86A-5A57D57622A5}" type="datetimeFigureOut">
              <a:rPr lang="es-CL" smtClean="0"/>
              <a:t>07-04-2026</a:t>
            </a:fld>
            <a:endParaRPr lang="es-CL"/>
          </a:p>
        </p:txBody>
      </p:sp>
      <p:sp>
        <p:nvSpPr>
          <p:cNvPr id="5" name="Marcador de pie de página 4">
            <a:extLst>
              <a:ext uri="{FF2B5EF4-FFF2-40B4-BE49-F238E27FC236}">
                <a16:creationId xmlns:a16="http://schemas.microsoft.com/office/drawing/2014/main" id="{FEE5FFC7-CC22-AA3D-8561-D011B9400C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462EE7A9-3E52-92C2-1A3E-C180FB6A61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02DCD1-67CD-4B9C-AF7C-A4846B367CA8}" type="slidenum">
              <a:rPr lang="es-CL" smtClean="0"/>
              <a:t>‹Nº›</a:t>
            </a:fld>
            <a:endParaRPr lang="es-CL"/>
          </a:p>
        </p:txBody>
      </p:sp>
    </p:spTree>
    <p:extLst>
      <p:ext uri="{BB962C8B-B14F-4D97-AF65-F5344CB8AC3E}">
        <p14:creationId xmlns:p14="http://schemas.microsoft.com/office/powerpoint/2010/main" val="2365602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4C5055-DE28-A84E-9FB5-12A3C43AF46E}"/>
              </a:ext>
            </a:extLst>
          </p:cNvPr>
          <p:cNvSpPr>
            <a:spLocks noGrp="1"/>
          </p:cNvSpPr>
          <p:nvPr>
            <p:ph type="ctrTitle"/>
          </p:nvPr>
        </p:nvSpPr>
        <p:spPr>
          <a:xfrm>
            <a:off x="1524000" y="1569403"/>
            <a:ext cx="9144000" cy="2387600"/>
          </a:xfrm>
        </p:spPr>
        <p:txBody>
          <a:bodyPr/>
          <a:lstStyle/>
          <a:p>
            <a:r>
              <a:rPr lang="es-MX" i="1" dirty="0"/>
              <a:t>Ingeniería de soluciones con AI</a:t>
            </a:r>
            <a:endParaRPr lang="es-CL" i="1" dirty="0"/>
          </a:p>
        </p:txBody>
      </p:sp>
      <p:sp>
        <p:nvSpPr>
          <p:cNvPr id="3" name="Subtítulo 2">
            <a:extLst>
              <a:ext uri="{FF2B5EF4-FFF2-40B4-BE49-F238E27FC236}">
                <a16:creationId xmlns:a16="http://schemas.microsoft.com/office/drawing/2014/main" id="{9C898086-6830-28E7-5F70-A1C13B3A9DBB}"/>
              </a:ext>
            </a:extLst>
          </p:cNvPr>
          <p:cNvSpPr>
            <a:spLocks noGrp="1"/>
          </p:cNvSpPr>
          <p:nvPr>
            <p:ph type="subTitle" idx="1"/>
          </p:nvPr>
        </p:nvSpPr>
        <p:spPr>
          <a:xfrm>
            <a:off x="9763760" y="5788758"/>
            <a:ext cx="2585194" cy="675639"/>
          </a:xfrm>
        </p:spPr>
        <p:txBody>
          <a:bodyPr>
            <a:normAutofit lnSpcReduction="10000"/>
          </a:bodyPr>
          <a:lstStyle/>
          <a:p>
            <a:pPr algn="l"/>
            <a:r>
              <a:rPr lang="es-MX" sz="1800" b="1" i="1" dirty="0"/>
              <a:t>Docente:</a:t>
            </a:r>
          </a:p>
          <a:p>
            <a:pPr algn="l"/>
            <a:r>
              <a:rPr lang="es-MX" sz="1800" i="1" dirty="0"/>
              <a:t>Francisco Macaya</a:t>
            </a:r>
            <a:endParaRPr lang="es-CL" sz="1800" i="1" dirty="0"/>
          </a:p>
        </p:txBody>
      </p:sp>
      <p:pic>
        <p:nvPicPr>
          <p:cNvPr id="1026" name="Picture 2" descr="Duoc UC - Learn Chile">
            <a:extLst>
              <a:ext uri="{FF2B5EF4-FFF2-40B4-BE49-F238E27FC236}">
                <a16:creationId xmlns:a16="http://schemas.microsoft.com/office/drawing/2014/main" id="{EFAFD388-37C4-B6E5-0BD9-719436329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4" name="Subtítulo 2">
            <a:extLst>
              <a:ext uri="{FF2B5EF4-FFF2-40B4-BE49-F238E27FC236}">
                <a16:creationId xmlns:a16="http://schemas.microsoft.com/office/drawing/2014/main" id="{289FDFC1-9135-D283-EA5A-9264421DCA54}"/>
              </a:ext>
            </a:extLst>
          </p:cNvPr>
          <p:cNvSpPr txBox="1">
            <a:spLocks/>
          </p:cNvSpPr>
          <p:nvPr/>
        </p:nvSpPr>
        <p:spPr>
          <a:xfrm>
            <a:off x="5345302" y="5971981"/>
            <a:ext cx="2585194" cy="6756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MX" sz="1800" i="1" dirty="0"/>
              <a:t>Semestre 2026-1</a:t>
            </a:r>
            <a:endParaRPr lang="es-CL" sz="1800" i="1" dirty="0"/>
          </a:p>
        </p:txBody>
      </p:sp>
    </p:spTree>
    <p:extLst>
      <p:ext uri="{BB962C8B-B14F-4D97-AF65-F5344CB8AC3E}">
        <p14:creationId xmlns:p14="http://schemas.microsoft.com/office/powerpoint/2010/main" val="2817793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B41D0E-5E44-651B-82FF-0DBD9F25EEEE}"/>
              </a:ext>
            </a:extLst>
          </p:cNvPr>
          <p:cNvSpPr>
            <a:spLocks noGrp="1"/>
          </p:cNvSpPr>
          <p:nvPr>
            <p:ph type="title"/>
          </p:nvPr>
        </p:nvSpPr>
        <p:spPr>
          <a:xfrm>
            <a:off x="838200" y="344699"/>
            <a:ext cx="10515600" cy="1325563"/>
          </a:xfrm>
        </p:spPr>
        <p:txBody>
          <a:bodyPr/>
          <a:lstStyle/>
          <a:p>
            <a:r>
              <a:rPr lang="es-MX" b="1" i="1" dirty="0"/>
              <a:t>Noticias</a:t>
            </a:r>
            <a:r>
              <a:rPr lang="es-MX" i="1" dirty="0"/>
              <a:t>: </a:t>
            </a:r>
            <a:r>
              <a:rPr lang="es-MX" i="1" dirty="0" err="1"/>
              <a:t>Some</a:t>
            </a:r>
            <a:r>
              <a:rPr lang="es-MX" i="1" dirty="0"/>
              <a:t> files </a:t>
            </a:r>
            <a:r>
              <a:rPr lang="es-MX" i="1" dirty="0" err="1"/>
              <a:t>were</a:t>
            </a:r>
            <a:r>
              <a:rPr lang="es-MX" i="1" dirty="0"/>
              <a:t> </a:t>
            </a:r>
            <a:r>
              <a:rPr lang="es-MX" i="1" dirty="0" err="1"/>
              <a:t>leaked</a:t>
            </a:r>
            <a:r>
              <a:rPr lang="es-MX" i="1" dirty="0"/>
              <a:t> in Claude </a:t>
            </a:r>
            <a:r>
              <a:rPr lang="es-MX" i="1" dirty="0" err="1"/>
              <a:t>Code</a:t>
            </a:r>
            <a:r>
              <a:rPr lang="es-MX" i="1" dirty="0"/>
              <a:t>.</a:t>
            </a:r>
            <a:endParaRPr lang="es-CL" i="1" dirty="0"/>
          </a:p>
        </p:txBody>
      </p:sp>
      <p:pic>
        <p:nvPicPr>
          <p:cNvPr id="4" name="Picture 2" descr="Duoc UC - Learn Chile">
            <a:extLst>
              <a:ext uri="{FF2B5EF4-FFF2-40B4-BE49-F238E27FC236}">
                <a16:creationId xmlns:a16="http://schemas.microsoft.com/office/drawing/2014/main" id="{23B967C9-D6BF-8DB2-90D0-DCD6085A05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718E3600-4E8D-FA0D-919E-FD2C587B41EE}"/>
              </a:ext>
            </a:extLst>
          </p:cNvPr>
          <p:cNvPicPr>
            <a:picLocks noChangeAspect="1"/>
          </p:cNvPicPr>
          <p:nvPr/>
        </p:nvPicPr>
        <p:blipFill>
          <a:blip r:embed="rId3"/>
          <a:stretch>
            <a:fillRect/>
          </a:stretch>
        </p:blipFill>
        <p:spPr>
          <a:xfrm>
            <a:off x="1295400" y="1920239"/>
            <a:ext cx="9601200" cy="4469659"/>
          </a:xfrm>
          <a:prstGeom prst="rect">
            <a:avLst/>
          </a:prstGeom>
        </p:spPr>
      </p:pic>
    </p:spTree>
    <p:extLst>
      <p:ext uri="{BB962C8B-B14F-4D97-AF65-F5344CB8AC3E}">
        <p14:creationId xmlns:p14="http://schemas.microsoft.com/office/powerpoint/2010/main" val="1734909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91389-B9B3-6A8A-8756-9D0FD861290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63CF06-6563-4796-4A20-892DAB426968}"/>
              </a:ext>
            </a:extLst>
          </p:cNvPr>
          <p:cNvSpPr>
            <a:spLocks noGrp="1"/>
          </p:cNvSpPr>
          <p:nvPr>
            <p:ph type="title"/>
          </p:nvPr>
        </p:nvSpPr>
        <p:spPr>
          <a:xfrm>
            <a:off x="756920" y="288557"/>
            <a:ext cx="10515600" cy="1325563"/>
          </a:xfrm>
        </p:spPr>
        <p:txBody>
          <a:bodyPr/>
          <a:lstStyle/>
          <a:p>
            <a:r>
              <a:rPr lang="es-MX" b="1" i="1" dirty="0"/>
              <a:t>Noticias</a:t>
            </a:r>
            <a:r>
              <a:rPr lang="es-MX" i="1" dirty="0"/>
              <a:t>: Gemma 4, un modelo multimodal.</a:t>
            </a:r>
            <a:endParaRPr lang="es-CL" i="1" dirty="0"/>
          </a:p>
        </p:txBody>
      </p:sp>
      <p:pic>
        <p:nvPicPr>
          <p:cNvPr id="4" name="Picture 2" descr="Duoc UC - Learn Chile">
            <a:extLst>
              <a:ext uri="{FF2B5EF4-FFF2-40B4-BE49-F238E27FC236}">
                <a16:creationId xmlns:a16="http://schemas.microsoft.com/office/drawing/2014/main" id="{68A50131-9CD3-1C56-0581-A54321FBF9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A2C7CFF5-E0FE-AA5B-CC41-41FB1AE89C4F}"/>
              </a:ext>
            </a:extLst>
          </p:cNvPr>
          <p:cNvPicPr>
            <a:picLocks noChangeAspect="1"/>
          </p:cNvPicPr>
          <p:nvPr/>
        </p:nvPicPr>
        <p:blipFill>
          <a:blip r:embed="rId4"/>
          <a:stretch>
            <a:fillRect/>
          </a:stretch>
        </p:blipFill>
        <p:spPr>
          <a:xfrm>
            <a:off x="5887648" y="1527077"/>
            <a:ext cx="5735668" cy="3962604"/>
          </a:xfrm>
          <a:prstGeom prst="rect">
            <a:avLst/>
          </a:prstGeom>
        </p:spPr>
      </p:pic>
      <p:pic>
        <p:nvPicPr>
          <p:cNvPr id="10" name="Imagen 9">
            <a:extLst>
              <a:ext uri="{FF2B5EF4-FFF2-40B4-BE49-F238E27FC236}">
                <a16:creationId xmlns:a16="http://schemas.microsoft.com/office/drawing/2014/main" id="{72E1630F-8E5B-47AF-08A8-18C14589E46B}"/>
              </a:ext>
            </a:extLst>
          </p:cNvPr>
          <p:cNvPicPr>
            <a:picLocks noChangeAspect="1"/>
          </p:cNvPicPr>
          <p:nvPr/>
        </p:nvPicPr>
        <p:blipFill>
          <a:blip r:embed="rId5"/>
          <a:stretch>
            <a:fillRect/>
          </a:stretch>
        </p:blipFill>
        <p:spPr>
          <a:xfrm>
            <a:off x="294640" y="1368319"/>
            <a:ext cx="5341272" cy="4121362"/>
          </a:xfrm>
          <a:prstGeom prst="rect">
            <a:avLst/>
          </a:prstGeom>
        </p:spPr>
      </p:pic>
      <p:sp>
        <p:nvSpPr>
          <p:cNvPr id="12" name="CuadroTexto 11">
            <a:extLst>
              <a:ext uri="{FF2B5EF4-FFF2-40B4-BE49-F238E27FC236}">
                <a16:creationId xmlns:a16="http://schemas.microsoft.com/office/drawing/2014/main" id="{C31C4F34-98DA-5422-B71B-86A2CE15EBC9}"/>
              </a:ext>
            </a:extLst>
          </p:cNvPr>
          <p:cNvSpPr txBox="1"/>
          <p:nvPr/>
        </p:nvSpPr>
        <p:spPr>
          <a:xfrm>
            <a:off x="294640" y="6323642"/>
            <a:ext cx="6096000" cy="307777"/>
          </a:xfrm>
          <a:prstGeom prst="rect">
            <a:avLst/>
          </a:prstGeom>
          <a:noFill/>
        </p:spPr>
        <p:txBody>
          <a:bodyPr wrap="square">
            <a:spAutoFit/>
          </a:bodyPr>
          <a:lstStyle/>
          <a:p>
            <a:r>
              <a:rPr lang="es-CL" sz="1400" b="1" i="1" dirty="0"/>
              <a:t>Nota</a:t>
            </a:r>
            <a:r>
              <a:rPr lang="es-CL" sz="1400" dirty="0"/>
              <a:t>: https://ollama.com/library/gemma4</a:t>
            </a:r>
          </a:p>
        </p:txBody>
      </p:sp>
    </p:spTree>
    <p:extLst>
      <p:ext uri="{BB962C8B-B14F-4D97-AF65-F5344CB8AC3E}">
        <p14:creationId xmlns:p14="http://schemas.microsoft.com/office/powerpoint/2010/main" val="941623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91BF0-E2F9-34FA-7A0F-0C7B3857CCA1}"/>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0777F897-719B-7D9F-4FFF-0B218F781B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0490BC28-B51F-37B1-27B9-4213CA8141E4}"/>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2D4A6A0F-EF7D-E949-EAFC-621DB189CA08}"/>
              </a:ext>
            </a:extLst>
          </p:cNvPr>
          <p:cNvSpPr>
            <a:spLocks noGrp="1"/>
          </p:cNvSpPr>
          <p:nvPr>
            <p:ph type="title"/>
          </p:nvPr>
        </p:nvSpPr>
        <p:spPr>
          <a:xfrm>
            <a:off x="3947160" y="2103437"/>
            <a:ext cx="10515600" cy="1325563"/>
          </a:xfrm>
        </p:spPr>
        <p:txBody>
          <a:bodyPr/>
          <a:lstStyle/>
          <a:p>
            <a:r>
              <a:rPr lang="es-MX" b="1" i="1" dirty="0"/>
              <a:t>¿Qué es un agente?</a:t>
            </a:r>
            <a:endParaRPr lang="es-CL" b="1" dirty="0"/>
          </a:p>
        </p:txBody>
      </p:sp>
      <p:sp>
        <p:nvSpPr>
          <p:cNvPr id="32" name="Título 1">
            <a:extLst>
              <a:ext uri="{FF2B5EF4-FFF2-40B4-BE49-F238E27FC236}">
                <a16:creationId xmlns:a16="http://schemas.microsoft.com/office/drawing/2014/main" id="{77D20C6C-258F-331F-29DD-43DB584CE740}"/>
              </a:ext>
            </a:extLst>
          </p:cNvPr>
          <p:cNvSpPr txBox="1">
            <a:spLocks/>
          </p:cNvSpPr>
          <p:nvPr/>
        </p:nvSpPr>
        <p:spPr>
          <a:xfrm>
            <a:off x="735606" y="3260005"/>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“An agent is anything that can perceive its environment and act upon that environment.”</a:t>
            </a:r>
            <a:endParaRPr lang="es-MX" sz="2400" i="1" dirty="0"/>
          </a:p>
        </p:txBody>
      </p:sp>
      <p:sp>
        <p:nvSpPr>
          <p:cNvPr id="5" name="Título 1">
            <a:extLst>
              <a:ext uri="{FF2B5EF4-FFF2-40B4-BE49-F238E27FC236}">
                <a16:creationId xmlns:a16="http://schemas.microsoft.com/office/drawing/2014/main" id="{28BD56AF-63AF-875D-982D-65CA66F20490}"/>
              </a:ext>
            </a:extLst>
          </p:cNvPr>
          <p:cNvSpPr txBox="1">
            <a:spLocks/>
          </p:cNvSpPr>
          <p:nvPr/>
        </p:nvSpPr>
        <p:spPr>
          <a:xfrm>
            <a:off x="-163054" y="6235923"/>
            <a:ext cx="522781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CL" sz="1600" i="1" dirty="0"/>
              <a:t>Huyen, C. (2025). AI </a:t>
            </a:r>
            <a:r>
              <a:rPr lang="es-CL" sz="1600" i="1" dirty="0" err="1"/>
              <a:t>engineering</a:t>
            </a:r>
            <a:r>
              <a:rPr lang="es-CL" sz="1600" i="1" dirty="0"/>
              <a:t>. O'Reilly Media</a:t>
            </a:r>
            <a:endParaRPr lang="es-CL" sz="1600" b="1" i="1" dirty="0"/>
          </a:p>
        </p:txBody>
      </p:sp>
    </p:spTree>
    <p:extLst>
      <p:ext uri="{BB962C8B-B14F-4D97-AF65-F5344CB8AC3E}">
        <p14:creationId xmlns:p14="http://schemas.microsoft.com/office/powerpoint/2010/main" val="2509128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DA047-BA48-BF45-DDC0-A84CC42460A7}"/>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E6BA08B6-A40D-4A67-56D2-528EEB2551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EAF6821F-EC20-08B3-84A4-70B3499E3586}"/>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5" name="Título 1">
            <a:extLst>
              <a:ext uri="{FF2B5EF4-FFF2-40B4-BE49-F238E27FC236}">
                <a16:creationId xmlns:a16="http://schemas.microsoft.com/office/drawing/2014/main" id="{EDAED41C-D18F-825D-47EC-358933F8DB5C}"/>
              </a:ext>
            </a:extLst>
          </p:cNvPr>
          <p:cNvSpPr txBox="1">
            <a:spLocks/>
          </p:cNvSpPr>
          <p:nvPr/>
        </p:nvSpPr>
        <p:spPr>
          <a:xfrm>
            <a:off x="1183008" y="5501982"/>
            <a:ext cx="3745035" cy="45411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i="1" dirty="0"/>
              <a:t>El motor del modelo. Los principales proveedor son </a:t>
            </a:r>
            <a:r>
              <a:rPr lang="es-MX" sz="1600" i="1" dirty="0" err="1"/>
              <a:t>OpenAI</a:t>
            </a:r>
            <a:r>
              <a:rPr lang="es-MX" sz="1600" i="1" dirty="0"/>
              <a:t>, Google y </a:t>
            </a:r>
            <a:r>
              <a:rPr lang="es-MX" sz="1600" i="1" dirty="0" err="1"/>
              <a:t>Anthropic</a:t>
            </a:r>
            <a:endParaRPr lang="es-CL" sz="1600" i="1" dirty="0"/>
          </a:p>
        </p:txBody>
      </p:sp>
      <p:pic>
        <p:nvPicPr>
          <p:cNvPr id="9" name="Gráfico 8" descr="Robot">
            <a:extLst>
              <a:ext uri="{FF2B5EF4-FFF2-40B4-BE49-F238E27FC236}">
                <a16:creationId xmlns:a16="http://schemas.microsoft.com/office/drawing/2014/main" id="{4192BB05-B04B-980D-AE72-45463A505FE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9470" y="2761605"/>
            <a:ext cx="1078506" cy="1078506"/>
          </a:xfrm>
          <a:prstGeom prst="rect">
            <a:avLst/>
          </a:prstGeom>
        </p:spPr>
      </p:pic>
      <p:sp>
        <p:nvSpPr>
          <p:cNvPr id="10" name="Título 1">
            <a:extLst>
              <a:ext uri="{FF2B5EF4-FFF2-40B4-BE49-F238E27FC236}">
                <a16:creationId xmlns:a16="http://schemas.microsoft.com/office/drawing/2014/main" id="{92E30246-A599-D8DD-8CC5-CF00DF37BCDA}"/>
              </a:ext>
            </a:extLst>
          </p:cNvPr>
          <p:cNvSpPr txBox="1">
            <a:spLocks/>
          </p:cNvSpPr>
          <p:nvPr/>
        </p:nvSpPr>
        <p:spPr>
          <a:xfrm>
            <a:off x="-2469519" y="4435466"/>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LLMs</a:t>
            </a:r>
            <a:endParaRPr lang="es-MX" sz="2400" i="1" dirty="0"/>
          </a:p>
        </p:txBody>
      </p:sp>
      <p:sp>
        <p:nvSpPr>
          <p:cNvPr id="11" name="Título 1">
            <a:extLst>
              <a:ext uri="{FF2B5EF4-FFF2-40B4-BE49-F238E27FC236}">
                <a16:creationId xmlns:a16="http://schemas.microsoft.com/office/drawing/2014/main" id="{627ABD8F-CBA4-45D8-18C7-F850AF2B70DE}"/>
              </a:ext>
            </a:extLst>
          </p:cNvPr>
          <p:cNvSpPr txBox="1">
            <a:spLocks/>
          </p:cNvSpPr>
          <p:nvPr/>
        </p:nvSpPr>
        <p:spPr>
          <a:xfrm>
            <a:off x="3389875" y="1030899"/>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Plan</a:t>
            </a:r>
            <a:endParaRPr lang="es-MX" sz="2400" i="1" dirty="0"/>
          </a:p>
        </p:txBody>
      </p:sp>
      <p:sp>
        <p:nvSpPr>
          <p:cNvPr id="12" name="Título 1">
            <a:extLst>
              <a:ext uri="{FF2B5EF4-FFF2-40B4-BE49-F238E27FC236}">
                <a16:creationId xmlns:a16="http://schemas.microsoft.com/office/drawing/2014/main" id="{4492FE14-CF66-CFD6-DDDB-1742759F2DE5}"/>
              </a:ext>
            </a:extLst>
          </p:cNvPr>
          <p:cNvSpPr txBox="1">
            <a:spLocks/>
          </p:cNvSpPr>
          <p:nvPr/>
        </p:nvSpPr>
        <p:spPr>
          <a:xfrm>
            <a:off x="2762554" y="4376423"/>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Tools</a:t>
            </a:r>
            <a:endParaRPr lang="es-MX" sz="2400" i="1" dirty="0"/>
          </a:p>
        </p:txBody>
      </p:sp>
      <p:sp>
        <p:nvSpPr>
          <p:cNvPr id="13" name="Título 1">
            <a:extLst>
              <a:ext uri="{FF2B5EF4-FFF2-40B4-BE49-F238E27FC236}">
                <a16:creationId xmlns:a16="http://schemas.microsoft.com/office/drawing/2014/main" id="{4BEAF6FE-812F-E07B-0C91-DD8279F2F712}"/>
              </a:ext>
            </a:extLst>
          </p:cNvPr>
          <p:cNvSpPr txBox="1">
            <a:spLocks/>
          </p:cNvSpPr>
          <p:nvPr/>
        </p:nvSpPr>
        <p:spPr>
          <a:xfrm>
            <a:off x="-2548837" y="1103843"/>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Memoria</a:t>
            </a:r>
            <a:endParaRPr lang="es-MX" sz="2400" i="1" dirty="0"/>
          </a:p>
        </p:txBody>
      </p:sp>
      <p:cxnSp>
        <p:nvCxnSpPr>
          <p:cNvPr id="15" name="Conector recto de flecha 14">
            <a:extLst>
              <a:ext uri="{FF2B5EF4-FFF2-40B4-BE49-F238E27FC236}">
                <a16:creationId xmlns:a16="http://schemas.microsoft.com/office/drawing/2014/main" id="{22181301-2155-47D2-EEEC-BEBD78C9AE9B}"/>
              </a:ext>
            </a:extLst>
          </p:cNvPr>
          <p:cNvCxnSpPr>
            <a:cxnSpLocks/>
          </p:cNvCxnSpPr>
          <p:nvPr/>
        </p:nvCxnSpPr>
        <p:spPr>
          <a:xfrm flipH="1" flipV="1">
            <a:off x="4163928" y="2031392"/>
            <a:ext cx="1075542" cy="9025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BF1E23A3-FA53-58F8-8914-265B87D87CFC}"/>
              </a:ext>
            </a:extLst>
          </p:cNvPr>
          <p:cNvCxnSpPr>
            <a:cxnSpLocks/>
          </p:cNvCxnSpPr>
          <p:nvPr/>
        </p:nvCxnSpPr>
        <p:spPr>
          <a:xfrm flipH="1">
            <a:off x="3315403" y="3725729"/>
            <a:ext cx="1847069" cy="9844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31AD46AE-3F6A-578A-DBB8-23E9B29EE36A}"/>
              </a:ext>
            </a:extLst>
          </p:cNvPr>
          <p:cNvCxnSpPr>
            <a:cxnSpLocks/>
          </p:cNvCxnSpPr>
          <p:nvPr/>
        </p:nvCxnSpPr>
        <p:spPr>
          <a:xfrm flipV="1">
            <a:off x="6394974" y="1986843"/>
            <a:ext cx="1388059" cy="91378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A377623E-1721-4E26-E6A7-B996250A664E}"/>
              </a:ext>
            </a:extLst>
          </p:cNvPr>
          <p:cNvCxnSpPr>
            <a:cxnSpLocks/>
          </p:cNvCxnSpPr>
          <p:nvPr/>
        </p:nvCxnSpPr>
        <p:spPr>
          <a:xfrm>
            <a:off x="6394974" y="3752385"/>
            <a:ext cx="1388059" cy="93118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ítulo 1">
            <a:extLst>
              <a:ext uri="{FF2B5EF4-FFF2-40B4-BE49-F238E27FC236}">
                <a16:creationId xmlns:a16="http://schemas.microsoft.com/office/drawing/2014/main" id="{60B602C2-47F0-7605-239D-82E027EC5BEF}"/>
              </a:ext>
            </a:extLst>
          </p:cNvPr>
          <p:cNvSpPr>
            <a:spLocks noGrp="1"/>
          </p:cNvSpPr>
          <p:nvPr>
            <p:ph type="title"/>
          </p:nvPr>
        </p:nvSpPr>
        <p:spPr>
          <a:xfrm>
            <a:off x="2247153" y="80332"/>
            <a:ext cx="10515600" cy="1325563"/>
          </a:xfrm>
        </p:spPr>
        <p:txBody>
          <a:bodyPr/>
          <a:lstStyle/>
          <a:p>
            <a:r>
              <a:rPr lang="es-MX" b="1" i="1" dirty="0"/>
              <a:t>¿Cuáles son sus componentes?</a:t>
            </a:r>
            <a:endParaRPr lang="es-CL" b="1" dirty="0"/>
          </a:p>
        </p:txBody>
      </p:sp>
      <p:sp>
        <p:nvSpPr>
          <p:cNvPr id="36" name="Título 1">
            <a:extLst>
              <a:ext uri="{FF2B5EF4-FFF2-40B4-BE49-F238E27FC236}">
                <a16:creationId xmlns:a16="http://schemas.microsoft.com/office/drawing/2014/main" id="{06E237C4-6160-67BF-36D5-F954A7E8AD99}"/>
              </a:ext>
            </a:extLst>
          </p:cNvPr>
          <p:cNvSpPr txBox="1">
            <a:spLocks/>
          </p:cNvSpPr>
          <p:nvPr/>
        </p:nvSpPr>
        <p:spPr>
          <a:xfrm>
            <a:off x="1425199" y="1897436"/>
            <a:ext cx="2722201" cy="1259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500" i="1" dirty="0"/>
              <a:t>mecanismos que permiten a un modelo retener y utilizar información.</a:t>
            </a:r>
          </a:p>
          <a:p>
            <a:pPr algn="ctr"/>
            <a:r>
              <a:rPr lang="es-MX" sz="1500" i="1" dirty="0"/>
              <a:t>. </a:t>
            </a:r>
            <a:endParaRPr lang="es-CL" sz="1500" i="1" dirty="0"/>
          </a:p>
        </p:txBody>
      </p:sp>
      <p:sp>
        <p:nvSpPr>
          <p:cNvPr id="37" name="Título 1">
            <a:extLst>
              <a:ext uri="{FF2B5EF4-FFF2-40B4-BE49-F238E27FC236}">
                <a16:creationId xmlns:a16="http://schemas.microsoft.com/office/drawing/2014/main" id="{8FB56AE9-2825-1A21-6F6B-3319533E3F70}"/>
              </a:ext>
            </a:extLst>
          </p:cNvPr>
          <p:cNvSpPr txBox="1">
            <a:spLocks/>
          </p:cNvSpPr>
          <p:nvPr/>
        </p:nvSpPr>
        <p:spPr>
          <a:xfrm>
            <a:off x="7783033" y="1859734"/>
            <a:ext cx="2722201" cy="1259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500" i="1" dirty="0"/>
              <a:t>Capacidad del modelo de descomponer un problema en tareas para resolverlo.</a:t>
            </a:r>
          </a:p>
          <a:p>
            <a:pPr algn="ctr"/>
            <a:r>
              <a:rPr lang="es-MX" sz="1500" i="1" dirty="0"/>
              <a:t>. </a:t>
            </a:r>
            <a:endParaRPr lang="es-CL" sz="1500" i="1" dirty="0"/>
          </a:p>
        </p:txBody>
      </p:sp>
      <p:sp>
        <p:nvSpPr>
          <p:cNvPr id="38" name="Título 1">
            <a:extLst>
              <a:ext uri="{FF2B5EF4-FFF2-40B4-BE49-F238E27FC236}">
                <a16:creationId xmlns:a16="http://schemas.microsoft.com/office/drawing/2014/main" id="{EEE6E99B-003B-7542-316A-D578DC7E3E2D}"/>
              </a:ext>
            </a:extLst>
          </p:cNvPr>
          <p:cNvSpPr txBox="1">
            <a:spLocks/>
          </p:cNvSpPr>
          <p:nvPr/>
        </p:nvSpPr>
        <p:spPr>
          <a:xfrm>
            <a:off x="7753499" y="5123362"/>
            <a:ext cx="2722201" cy="1259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500" i="1" dirty="0"/>
              <a:t>Funciones que le permiten al modelo conectarse con el mundo exterior.</a:t>
            </a:r>
          </a:p>
          <a:p>
            <a:pPr algn="ctr"/>
            <a:r>
              <a:rPr lang="es-MX" sz="1500" i="1" dirty="0"/>
              <a:t>. </a:t>
            </a:r>
            <a:endParaRPr lang="es-CL" sz="1500" i="1" dirty="0"/>
          </a:p>
        </p:txBody>
      </p:sp>
    </p:spTree>
    <p:extLst>
      <p:ext uri="{BB962C8B-B14F-4D97-AF65-F5344CB8AC3E}">
        <p14:creationId xmlns:p14="http://schemas.microsoft.com/office/powerpoint/2010/main" val="331711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860BE-AA85-6153-3044-58FCC189CA8E}"/>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CE583C6F-55AB-4185-CE18-E256A4C94C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94BBB421-13F0-59B4-446D-ABF2FCDB4941}"/>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6" name="Título 5">
            <a:extLst>
              <a:ext uri="{FF2B5EF4-FFF2-40B4-BE49-F238E27FC236}">
                <a16:creationId xmlns:a16="http://schemas.microsoft.com/office/drawing/2014/main" id="{5C57ED57-72D4-56E0-040E-AA1BC54494CF}"/>
              </a:ext>
            </a:extLst>
          </p:cNvPr>
          <p:cNvSpPr>
            <a:spLocks noGrp="1"/>
          </p:cNvSpPr>
          <p:nvPr>
            <p:ph type="title"/>
          </p:nvPr>
        </p:nvSpPr>
        <p:spPr>
          <a:xfrm>
            <a:off x="780654" y="5251969"/>
            <a:ext cx="10515600" cy="1325563"/>
          </a:xfrm>
        </p:spPr>
        <p:txBody>
          <a:bodyPr>
            <a:noAutofit/>
          </a:bodyPr>
          <a:lstStyle/>
          <a:p>
            <a:pPr algn="ctr"/>
            <a:r>
              <a:rPr lang="es-MX" sz="2800" i="1" dirty="0"/>
              <a:t>Los agentes de código tienen herramientas que les permiten conectarse a los archivos (comandos de Linux).</a:t>
            </a:r>
            <a:endParaRPr lang="es-CL" sz="2800" i="1" dirty="0"/>
          </a:p>
        </p:txBody>
      </p:sp>
      <p:pic>
        <p:nvPicPr>
          <p:cNvPr id="8" name="Imagen 7">
            <a:extLst>
              <a:ext uri="{FF2B5EF4-FFF2-40B4-BE49-F238E27FC236}">
                <a16:creationId xmlns:a16="http://schemas.microsoft.com/office/drawing/2014/main" id="{AE8D2A7B-292C-9B0D-6D83-82E65E3629BD}"/>
              </a:ext>
            </a:extLst>
          </p:cNvPr>
          <p:cNvPicPr>
            <a:picLocks noChangeAspect="1"/>
          </p:cNvPicPr>
          <p:nvPr/>
        </p:nvPicPr>
        <p:blipFill>
          <a:blip r:embed="rId4"/>
          <a:stretch>
            <a:fillRect/>
          </a:stretch>
        </p:blipFill>
        <p:spPr>
          <a:xfrm>
            <a:off x="1433554" y="1158408"/>
            <a:ext cx="9209800" cy="4214653"/>
          </a:xfrm>
          <a:prstGeom prst="rect">
            <a:avLst/>
          </a:prstGeom>
        </p:spPr>
      </p:pic>
    </p:spTree>
    <p:extLst>
      <p:ext uri="{BB962C8B-B14F-4D97-AF65-F5344CB8AC3E}">
        <p14:creationId xmlns:p14="http://schemas.microsoft.com/office/powerpoint/2010/main" val="2970894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1CA60-B715-2254-B920-1B2003332504}"/>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54E0F810-2F51-6329-8A4D-323C28FADA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A59CC6AB-0F1B-7198-F7B1-3E5520B10794}"/>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6" name="Título 5">
            <a:extLst>
              <a:ext uri="{FF2B5EF4-FFF2-40B4-BE49-F238E27FC236}">
                <a16:creationId xmlns:a16="http://schemas.microsoft.com/office/drawing/2014/main" id="{067AB1D2-92F9-3251-3E86-6982831D3537}"/>
              </a:ext>
            </a:extLst>
          </p:cNvPr>
          <p:cNvSpPr>
            <a:spLocks noGrp="1"/>
          </p:cNvSpPr>
          <p:nvPr>
            <p:ph type="title"/>
          </p:nvPr>
        </p:nvSpPr>
        <p:spPr>
          <a:xfrm>
            <a:off x="511533" y="2182232"/>
            <a:ext cx="3781076" cy="2095130"/>
          </a:xfrm>
        </p:spPr>
        <p:txBody>
          <a:bodyPr>
            <a:noAutofit/>
          </a:bodyPr>
          <a:lstStyle/>
          <a:p>
            <a:r>
              <a:rPr lang="es-MX" sz="2800" b="1" i="1" dirty="0"/>
              <a:t>Tarea:</a:t>
            </a:r>
            <a:br>
              <a:rPr lang="es-MX" sz="2800" i="1" dirty="0"/>
            </a:br>
            <a:r>
              <a:rPr lang="es-MX" sz="2800" i="1" dirty="0"/>
              <a:t>Proyección de las ventas para </a:t>
            </a:r>
            <a:r>
              <a:rPr lang="es-MX" sz="2800" i="1" dirty="0" err="1"/>
              <a:t>Fruity</a:t>
            </a:r>
            <a:r>
              <a:rPr lang="es-MX" sz="2800" i="1" dirty="0"/>
              <a:t> Fedora sobre los próximos tres años.</a:t>
            </a:r>
            <a:endParaRPr lang="es-CL" sz="2800" i="1" dirty="0"/>
          </a:p>
        </p:txBody>
      </p:sp>
      <p:sp>
        <p:nvSpPr>
          <p:cNvPr id="9" name="Título 5">
            <a:extLst>
              <a:ext uri="{FF2B5EF4-FFF2-40B4-BE49-F238E27FC236}">
                <a16:creationId xmlns:a16="http://schemas.microsoft.com/office/drawing/2014/main" id="{1874C71B-7749-DD4F-26D0-6524BAC9A242}"/>
              </a:ext>
            </a:extLst>
          </p:cNvPr>
          <p:cNvSpPr txBox="1">
            <a:spLocks/>
          </p:cNvSpPr>
          <p:nvPr/>
        </p:nvSpPr>
        <p:spPr>
          <a:xfrm>
            <a:off x="5142506" y="1714872"/>
            <a:ext cx="6094454" cy="392392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s-MX" sz="1800" dirty="0"/>
            </a:br>
            <a:endParaRPr lang="es-MX" sz="1800" dirty="0"/>
          </a:p>
          <a:p>
            <a:pPr marL="342900" indent="-342900">
              <a:buFont typeface="+mj-lt"/>
              <a:buAutoNum type="arabicPeriod"/>
            </a:pPr>
            <a:r>
              <a:rPr lang="es-MX" sz="1800" dirty="0"/>
              <a:t>Razonar sobre cómo realizar esta tarea. Podría decidir que, para predecir las ventas futuras, primero necesita los números de ventas de los últimos cinco años. El razonamiento del agente se muestra como su respuesta intermedia.</a:t>
            </a:r>
          </a:p>
          <a:p>
            <a:pPr marL="342900" indent="-342900">
              <a:buFont typeface="+mj-lt"/>
              <a:buAutoNum type="arabicPeriod"/>
            </a:pPr>
            <a:r>
              <a:rPr lang="es-MX" sz="1800" dirty="0"/>
              <a:t>Invocar la generación de consultas SQL para obtener los números de ventas de los últimos cinco años.</a:t>
            </a:r>
          </a:p>
          <a:p>
            <a:pPr marL="342900" indent="-342900">
              <a:buFont typeface="+mj-lt"/>
              <a:buAutoNum type="arabicPeriod"/>
            </a:pPr>
            <a:r>
              <a:rPr lang="es-MX" sz="1800" dirty="0"/>
              <a:t>Invocar la ejecución de consultas SQL para ejecutar esta consulta.</a:t>
            </a:r>
          </a:p>
          <a:p>
            <a:pPr marL="342900" indent="-342900">
              <a:buFont typeface="+mj-lt"/>
              <a:buAutoNum type="arabicPeriod"/>
            </a:pPr>
            <a:r>
              <a:rPr lang="es-MX" sz="1800" dirty="0"/>
              <a:t>Razonar sobre los resultados de las herramientas y cómo contribuyen a la predicción de ventas. Podría concluir que estos números son insuficientes para hacer una proyección confiable, quizás por valores faltantes. Entonces decide que también necesita información sobre campañas de marketing anteriores.</a:t>
            </a:r>
          </a:p>
          <a:p>
            <a:pPr marL="342900" indent="-342900">
              <a:buFont typeface="+mj-lt"/>
              <a:buAutoNum type="arabicPeriod"/>
            </a:pPr>
            <a:r>
              <a:rPr lang="es-MX" sz="1800" dirty="0"/>
              <a:t>Invocar la generación de consultas SQL para obtener los datos de campañas de marketing pasadas.</a:t>
            </a:r>
          </a:p>
          <a:p>
            <a:pPr marL="342900" indent="-342900">
              <a:buFont typeface="+mj-lt"/>
              <a:buAutoNum type="arabicPeriod"/>
            </a:pPr>
            <a:r>
              <a:rPr lang="es-MX" sz="1800" dirty="0"/>
              <a:t>Invocar la ejecución de consultas SQL.</a:t>
            </a:r>
          </a:p>
          <a:p>
            <a:pPr marL="342900" indent="-342900">
              <a:buFont typeface="+mj-lt"/>
              <a:buAutoNum type="arabicPeriod"/>
            </a:pPr>
            <a:r>
              <a:rPr lang="es-MX" sz="1800" dirty="0"/>
              <a:t>Razonar que esta nueva información es suficiente para predecir las ventas futuras. Luego genera una proyección.</a:t>
            </a:r>
          </a:p>
          <a:p>
            <a:pPr marL="342900" indent="-342900">
              <a:buFont typeface="+mj-lt"/>
              <a:buAutoNum type="arabicPeriod"/>
            </a:pPr>
            <a:r>
              <a:rPr lang="es-MX" sz="1800" dirty="0"/>
              <a:t>Razonar que la tarea se ha completado exitosamente.</a:t>
            </a:r>
          </a:p>
          <a:p>
            <a:endParaRPr lang="es-MX" sz="1800" dirty="0"/>
          </a:p>
          <a:p>
            <a:endParaRPr lang="es-CL" sz="2800" i="1" dirty="0"/>
          </a:p>
        </p:txBody>
      </p:sp>
      <p:pic>
        <p:nvPicPr>
          <p:cNvPr id="13" name="Imagen 12">
            <a:extLst>
              <a:ext uri="{FF2B5EF4-FFF2-40B4-BE49-F238E27FC236}">
                <a16:creationId xmlns:a16="http://schemas.microsoft.com/office/drawing/2014/main" id="{CF1CF13E-8934-ADAD-933F-CE021F89268B}"/>
              </a:ext>
            </a:extLst>
          </p:cNvPr>
          <p:cNvPicPr>
            <a:picLocks noChangeAspect="1"/>
          </p:cNvPicPr>
          <p:nvPr/>
        </p:nvPicPr>
        <p:blipFill>
          <a:blip r:embed="rId4"/>
          <a:stretch>
            <a:fillRect/>
          </a:stretch>
        </p:blipFill>
        <p:spPr>
          <a:xfrm>
            <a:off x="4292609" y="927002"/>
            <a:ext cx="7818111" cy="5248988"/>
          </a:xfrm>
          <a:prstGeom prst="rect">
            <a:avLst/>
          </a:prstGeom>
        </p:spPr>
      </p:pic>
      <p:sp>
        <p:nvSpPr>
          <p:cNvPr id="14" name="Título 1">
            <a:extLst>
              <a:ext uri="{FF2B5EF4-FFF2-40B4-BE49-F238E27FC236}">
                <a16:creationId xmlns:a16="http://schemas.microsoft.com/office/drawing/2014/main" id="{2D5FCE22-91FF-F0CC-A110-33C4A6EBA06A}"/>
              </a:ext>
            </a:extLst>
          </p:cNvPr>
          <p:cNvSpPr txBox="1">
            <a:spLocks/>
          </p:cNvSpPr>
          <p:nvPr/>
        </p:nvSpPr>
        <p:spPr>
          <a:xfrm>
            <a:off x="-163054" y="6235923"/>
            <a:ext cx="522781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CL" sz="1600" i="1" dirty="0"/>
              <a:t>Huyen, C. (2025). AI </a:t>
            </a:r>
            <a:r>
              <a:rPr lang="es-CL" sz="1600" i="1" dirty="0" err="1"/>
              <a:t>engineering</a:t>
            </a:r>
            <a:r>
              <a:rPr lang="es-CL" sz="1600" i="1" dirty="0"/>
              <a:t>. O'Reilly Media</a:t>
            </a:r>
            <a:endParaRPr lang="es-CL" sz="1600" b="1" i="1" dirty="0"/>
          </a:p>
        </p:txBody>
      </p:sp>
    </p:spTree>
    <p:extLst>
      <p:ext uri="{BB962C8B-B14F-4D97-AF65-F5344CB8AC3E}">
        <p14:creationId xmlns:p14="http://schemas.microsoft.com/office/powerpoint/2010/main" val="483011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0CBFC-3DD4-5C0F-E9F7-7EE770A7663E}"/>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220E5858-EE96-71DF-2EE2-14906C87E0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867C2C92-C425-2378-79BF-ED20F816050B}"/>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85540140-45FD-8CB5-4624-9A38480DA59E}"/>
              </a:ext>
            </a:extLst>
          </p:cNvPr>
          <p:cNvSpPr txBox="1">
            <a:spLocks/>
          </p:cNvSpPr>
          <p:nvPr/>
        </p:nvSpPr>
        <p:spPr>
          <a:xfrm>
            <a:off x="989606" y="4431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dirty="0" err="1"/>
              <a:t>LLMs</a:t>
            </a:r>
            <a:r>
              <a:rPr lang="es-MX" b="1" i="1" dirty="0"/>
              <a:t>: </a:t>
            </a:r>
            <a:r>
              <a:rPr lang="es-MX" i="1" dirty="0"/>
              <a:t>Clave de los agentes.</a:t>
            </a:r>
            <a:endParaRPr lang="es-CL" dirty="0"/>
          </a:p>
        </p:txBody>
      </p:sp>
      <p:pic>
        <p:nvPicPr>
          <p:cNvPr id="2050" name="Picture 2">
            <a:extLst>
              <a:ext uri="{FF2B5EF4-FFF2-40B4-BE49-F238E27FC236}">
                <a16:creationId xmlns:a16="http://schemas.microsoft.com/office/drawing/2014/main" id="{88E4CA80-7F39-E943-51EC-CBE5AC8815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7000" y="2366630"/>
            <a:ext cx="3524250" cy="1295400"/>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0EC3881E-67B1-D07B-23F0-7842C44692D1}"/>
              </a:ext>
            </a:extLst>
          </p:cNvPr>
          <p:cNvPicPr>
            <a:picLocks noChangeAspect="1"/>
          </p:cNvPicPr>
          <p:nvPr/>
        </p:nvPicPr>
        <p:blipFill>
          <a:blip r:embed="rId5"/>
          <a:stretch>
            <a:fillRect/>
          </a:stretch>
        </p:blipFill>
        <p:spPr>
          <a:xfrm>
            <a:off x="583603" y="1518277"/>
            <a:ext cx="10921603" cy="4826248"/>
          </a:xfrm>
          <a:prstGeom prst="rect">
            <a:avLst/>
          </a:prstGeom>
        </p:spPr>
      </p:pic>
      <p:sp>
        <p:nvSpPr>
          <p:cNvPr id="11" name="Título 1">
            <a:extLst>
              <a:ext uri="{FF2B5EF4-FFF2-40B4-BE49-F238E27FC236}">
                <a16:creationId xmlns:a16="http://schemas.microsoft.com/office/drawing/2014/main" id="{8A2E26E7-0FF8-A0B7-B4A2-BE5220C5A557}"/>
              </a:ext>
            </a:extLst>
          </p:cNvPr>
          <p:cNvSpPr txBox="1">
            <a:spLocks/>
          </p:cNvSpPr>
          <p:nvPr/>
        </p:nvSpPr>
        <p:spPr>
          <a:xfrm>
            <a:off x="-120523" y="6344525"/>
            <a:ext cx="522781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CL" sz="1600" i="1" dirty="0"/>
              <a:t>https://artificialanalysis.ai/leaderboards/models</a:t>
            </a:r>
            <a:endParaRPr lang="es-CL" sz="1600" b="1" i="1" dirty="0"/>
          </a:p>
        </p:txBody>
      </p:sp>
    </p:spTree>
    <p:extLst>
      <p:ext uri="{BB962C8B-B14F-4D97-AF65-F5344CB8AC3E}">
        <p14:creationId xmlns:p14="http://schemas.microsoft.com/office/powerpoint/2010/main" val="2724980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4B05D-A884-562F-7C86-C6ABA35E548B}"/>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70C5D864-E582-DCEA-F50C-E45099FF5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611CF54F-67A0-B524-115E-E0BCB31716AB}"/>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2D82CD49-2441-95DE-6A82-DEBB847CD4DD}"/>
              </a:ext>
            </a:extLst>
          </p:cNvPr>
          <p:cNvSpPr txBox="1">
            <a:spLocks/>
          </p:cNvSpPr>
          <p:nvPr/>
        </p:nvSpPr>
        <p:spPr>
          <a:xfrm>
            <a:off x="616226" y="6829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dirty="0"/>
              <a:t>Plan: </a:t>
            </a:r>
            <a:r>
              <a:rPr lang="es-MX" sz="3600" i="1" dirty="0"/>
              <a:t>Divida las tareas complejas en subtareas más simples.</a:t>
            </a:r>
          </a:p>
          <a:p>
            <a:endParaRPr lang="es-CL" dirty="0"/>
          </a:p>
        </p:txBody>
      </p:sp>
      <p:sp>
        <p:nvSpPr>
          <p:cNvPr id="11" name="Título 1">
            <a:extLst>
              <a:ext uri="{FF2B5EF4-FFF2-40B4-BE49-F238E27FC236}">
                <a16:creationId xmlns:a16="http://schemas.microsoft.com/office/drawing/2014/main" id="{245BC238-0851-1E8B-68D1-E23444553745}"/>
              </a:ext>
            </a:extLst>
          </p:cNvPr>
          <p:cNvSpPr txBox="1">
            <a:spLocks/>
          </p:cNvSpPr>
          <p:nvPr/>
        </p:nvSpPr>
        <p:spPr>
          <a:xfrm>
            <a:off x="-120523" y="6344525"/>
            <a:ext cx="522781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CL" sz="1600" i="1" dirty="0"/>
              <a:t>https://artificialanalysis.ai/leaderboards/models</a:t>
            </a:r>
            <a:endParaRPr lang="es-CL" sz="1600" b="1" i="1" dirty="0"/>
          </a:p>
        </p:txBody>
      </p:sp>
      <p:pic>
        <p:nvPicPr>
          <p:cNvPr id="5" name="Imagen 4">
            <a:extLst>
              <a:ext uri="{FF2B5EF4-FFF2-40B4-BE49-F238E27FC236}">
                <a16:creationId xmlns:a16="http://schemas.microsoft.com/office/drawing/2014/main" id="{A0FF47E8-8D00-D999-EDB6-79B7819D3E5C}"/>
              </a:ext>
            </a:extLst>
          </p:cNvPr>
          <p:cNvPicPr>
            <a:picLocks noChangeAspect="1"/>
          </p:cNvPicPr>
          <p:nvPr/>
        </p:nvPicPr>
        <p:blipFill>
          <a:blip r:embed="rId4"/>
          <a:stretch>
            <a:fillRect/>
          </a:stretch>
        </p:blipFill>
        <p:spPr>
          <a:xfrm>
            <a:off x="326114" y="1912549"/>
            <a:ext cx="5769886" cy="3620525"/>
          </a:xfrm>
          <a:prstGeom prst="rect">
            <a:avLst/>
          </a:prstGeom>
        </p:spPr>
      </p:pic>
      <p:pic>
        <p:nvPicPr>
          <p:cNvPr id="8" name="Imagen 7">
            <a:extLst>
              <a:ext uri="{FF2B5EF4-FFF2-40B4-BE49-F238E27FC236}">
                <a16:creationId xmlns:a16="http://schemas.microsoft.com/office/drawing/2014/main" id="{0B30A5A1-D9C9-FA35-AEDC-38E7F14003E1}"/>
              </a:ext>
            </a:extLst>
          </p:cNvPr>
          <p:cNvPicPr>
            <a:picLocks noChangeAspect="1"/>
          </p:cNvPicPr>
          <p:nvPr/>
        </p:nvPicPr>
        <p:blipFill>
          <a:blip r:embed="rId5"/>
          <a:stretch>
            <a:fillRect/>
          </a:stretch>
        </p:blipFill>
        <p:spPr>
          <a:xfrm>
            <a:off x="5630877" y="1767838"/>
            <a:ext cx="6235009" cy="3909948"/>
          </a:xfrm>
          <a:prstGeom prst="rect">
            <a:avLst/>
          </a:prstGeom>
        </p:spPr>
      </p:pic>
    </p:spTree>
    <p:extLst>
      <p:ext uri="{BB962C8B-B14F-4D97-AF65-F5344CB8AC3E}">
        <p14:creationId xmlns:p14="http://schemas.microsoft.com/office/powerpoint/2010/main" val="4138735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4ABC1-2A54-DE94-1BDB-BF105A78EB44}"/>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5B0A4AFC-BA10-E59A-F893-F748F748C3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8ABA249A-BAB2-D99D-BCDB-31187E37E729}"/>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2DC5EED2-0DB4-29A8-118D-3BFB6EE6A46B}"/>
              </a:ext>
            </a:extLst>
          </p:cNvPr>
          <p:cNvSpPr txBox="1">
            <a:spLocks/>
          </p:cNvSpPr>
          <p:nvPr/>
        </p:nvSpPr>
        <p:spPr>
          <a:xfrm>
            <a:off x="616226" y="3781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dirty="0"/>
              <a:t>Tools: </a:t>
            </a:r>
            <a:r>
              <a:rPr lang="es-MX" i="1" dirty="0"/>
              <a:t>La conexión con el entorno.</a:t>
            </a:r>
            <a:endParaRPr lang="es-CL" dirty="0"/>
          </a:p>
        </p:txBody>
      </p:sp>
      <p:sp>
        <p:nvSpPr>
          <p:cNvPr id="3" name="Título 5">
            <a:extLst>
              <a:ext uri="{FF2B5EF4-FFF2-40B4-BE49-F238E27FC236}">
                <a16:creationId xmlns:a16="http://schemas.microsoft.com/office/drawing/2014/main" id="{B14265B0-A7DF-DE01-2FB5-EBC40ED76F73}"/>
              </a:ext>
            </a:extLst>
          </p:cNvPr>
          <p:cNvSpPr>
            <a:spLocks noGrp="1"/>
          </p:cNvSpPr>
          <p:nvPr>
            <p:ph type="title"/>
          </p:nvPr>
        </p:nvSpPr>
        <p:spPr>
          <a:xfrm>
            <a:off x="5740400" y="1609650"/>
            <a:ext cx="5835374" cy="4217716"/>
          </a:xfrm>
        </p:spPr>
        <p:txBody>
          <a:bodyPr>
            <a:noAutofit/>
          </a:bodyPr>
          <a:lstStyle/>
          <a:p>
            <a:r>
              <a:rPr lang="es-MX" sz="2000" b="1" i="1" dirty="0" err="1"/>
              <a:t>Function</a:t>
            </a:r>
            <a:r>
              <a:rPr lang="es-MX" sz="2000" b="1" i="1" dirty="0"/>
              <a:t> </a:t>
            </a:r>
            <a:r>
              <a:rPr lang="es-MX" sz="2000" b="1" i="1" dirty="0" err="1"/>
              <a:t>calling</a:t>
            </a:r>
            <a:r>
              <a:rPr lang="es-MX" sz="2000" b="1" i="1" dirty="0"/>
              <a:t> </a:t>
            </a:r>
            <a:r>
              <a:rPr lang="es-MX" sz="2000" dirty="0"/>
              <a:t>es una forma de llamar </a:t>
            </a:r>
            <a:r>
              <a:rPr lang="es-MX" sz="2000" dirty="0" err="1"/>
              <a:t>tools</a:t>
            </a:r>
            <a:r>
              <a:rPr lang="es-MX" sz="2000" dirty="0"/>
              <a:t> usando modelos de lenguaje.</a:t>
            </a:r>
            <a:br>
              <a:rPr lang="es-MX" sz="2000" dirty="0"/>
            </a:br>
            <a:br>
              <a:rPr lang="es-MX" sz="2000" dirty="0"/>
            </a:br>
            <a:r>
              <a:rPr lang="es-MX" sz="2000" dirty="0"/>
              <a:t>Los principales consejos que hay que tener al momento de usar </a:t>
            </a:r>
            <a:r>
              <a:rPr lang="es-MX" sz="2000" dirty="0" err="1"/>
              <a:t>tools</a:t>
            </a:r>
            <a:r>
              <a:rPr lang="es-MX" sz="2000" dirty="0"/>
              <a:t> son:</a:t>
            </a:r>
            <a:br>
              <a:rPr lang="es-MX" sz="2000" dirty="0"/>
            </a:br>
            <a:r>
              <a:rPr lang="es-MX" sz="2000" dirty="0"/>
              <a:t>1- Definir correctamente el nombre de la </a:t>
            </a:r>
            <a:r>
              <a:rPr lang="es-MX" sz="2000" dirty="0" err="1"/>
              <a:t>tool</a:t>
            </a:r>
            <a:r>
              <a:rPr lang="es-MX" sz="2000" dirty="0"/>
              <a:t>.</a:t>
            </a:r>
            <a:br>
              <a:rPr lang="es-MX" sz="2000" dirty="0"/>
            </a:br>
            <a:r>
              <a:rPr lang="es-MX" sz="2000" dirty="0"/>
              <a:t>2- Definir la funcionalidad de la </a:t>
            </a:r>
            <a:r>
              <a:rPr lang="es-MX" sz="2000" dirty="0" err="1"/>
              <a:t>tool</a:t>
            </a:r>
            <a:r>
              <a:rPr lang="es-MX" sz="2000" dirty="0"/>
              <a:t> (descripción).</a:t>
            </a:r>
            <a:br>
              <a:rPr lang="es-MX" sz="2000" dirty="0"/>
            </a:br>
            <a:r>
              <a:rPr lang="es-MX" sz="2000" dirty="0"/>
              <a:t>3- Definir correctamente el nombre de los argumentos.</a:t>
            </a:r>
            <a:br>
              <a:rPr lang="es-MX" sz="2000" dirty="0"/>
            </a:br>
            <a:r>
              <a:rPr lang="es-MX" sz="2000" dirty="0"/>
              <a:t>4- Definir el tipo de dato de los argumentos.</a:t>
            </a:r>
            <a:br>
              <a:rPr lang="es-MX" sz="2000" dirty="0"/>
            </a:br>
            <a:r>
              <a:rPr lang="es-MX" sz="2000" dirty="0"/>
              <a:t>5- Definir los parámetros requeridos.</a:t>
            </a:r>
            <a:br>
              <a:rPr lang="es-MX" sz="2000" dirty="0"/>
            </a:br>
            <a:br>
              <a:rPr lang="es-MX" sz="2000" dirty="0"/>
            </a:br>
            <a:r>
              <a:rPr lang="es-MX" sz="2000" dirty="0"/>
              <a:t>Los modelos usan, seleccionan e implementan mejor las </a:t>
            </a:r>
            <a:r>
              <a:rPr lang="es-MX" sz="2000" dirty="0" err="1"/>
              <a:t>tools</a:t>
            </a:r>
            <a:r>
              <a:rPr lang="es-MX" sz="2000" dirty="0"/>
              <a:t> con mayor información.</a:t>
            </a:r>
            <a:endParaRPr lang="es-CL" sz="2000" dirty="0"/>
          </a:p>
        </p:txBody>
      </p:sp>
      <p:pic>
        <p:nvPicPr>
          <p:cNvPr id="12" name="Imagen 11">
            <a:extLst>
              <a:ext uri="{FF2B5EF4-FFF2-40B4-BE49-F238E27FC236}">
                <a16:creationId xmlns:a16="http://schemas.microsoft.com/office/drawing/2014/main" id="{E73ACAF0-E075-AA08-5187-039254654794}"/>
              </a:ext>
            </a:extLst>
          </p:cNvPr>
          <p:cNvPicPr>
            <a:picLocks noChangeAspect="1"/>
          </p:cNvPicPr>
          <p:nvPr/>
        </p:nvPicPr>
        <p:blipFill>
          <a:blip r:embed="rId4"/>
          <a:stretch>
            <a:fillRect/>
          </a:stretch>
        </p:blipFill>
        <p:spPr>
          <a:xfrm>
            <a:off x="370177" y="1469964"/>
            <a:ext cx="5265079" cy="4591159"/>
          </a:xfrm>
          <a:prstGeom prst="rect">
            <a:avLst/>
          </a:prstGeom>
        </p:spPr>
      </p:pic>
      <p:sp>
        <p:nvSpPr>
          <p:cNvPr id="13" name="Título 1">
            <a:extLst>
              <a:ext uri="{FF2B5EF4-FFF2-40B4-BE49-F238E27FC236}">
                <a16:creationId xmlns:a16="http://schemas.microsoft.com/office/drawing/2014/main" id="{1C013FE8-C3B9-C0C6-869C-53F840F480C1}"/>
              </a:ext>
            </a:extLst>
          </p:cNvPr>
          <p:cNvSpPr txBox="1">
            <a:spLocks/>
          </p:cNvSpPr>
          <p:nvPr/>
        </p:nvSpPr>
        <p:spPr>
          <a:xfrm>
            <a:off x="-163054" y="6235923"/>
            <a:ext cx="522781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CL" sz="1600" i="1" dirty="0"/>
              <a:t>Huyen, C. (2025). AI </a:t>
            </a:r>
            <a:r>
              <a:rPr lang="es-CL" sz="1600" i="1" dirty="0" err="1"/>
              <a:t>engineering</a:t>
            </a:r>
            <a:r>
              <a:rPr lang="es-CL" sz="1600" i="1" dirty="0"/>
              <a:t>. O'Reilly Media</a:t>
            </a:r>
            <a:endParaRPr lang="es-CL" sz="1600" b="1" i="1" dirty="0"/>
          </a:p>
        </p:txBody>
      </p:sp>
    </p:spTree>
    <p:extLst>
      <p:ext uri="{BB962C8B-B14F-4D97-AF65-F5344CB8AC3E}">
        <p14:creationId xmlns:p14="http://schemas.microsoft.com/office/powerpoint/2010/main" val="205742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48928-3075-EFD6-DB03-2681485637AC}"/>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E3CA0A1A-E288-3E65-0297-C831B31D04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DC3D7D40-FA2B-51CE-BA08-24AF9D973DFC}"/>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0F9904F5-ADE8-F73C-5E40-B17314CE6BE7}"/>
              </a:ext>
            </a:extLst>
          </p:cNvPr>
          <p:cNvSpPr txBox="1">
            <a:spLocks/>
          </p:cNvSpPr>
          <p:nvPr/>
        </p:nvSpPr>
        <p:spPr>
          <a:xfrm>
            <a:off x="616226" y="28408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dirty="0"/>
              <a:t>Agente : </a:t>
            </a:r>
            <a:r>
              <a:rPr lang="es-MX" i="1" dirty="0"/>
              <a:t>Búsqueda profunda.</a:t>
            </a:r>
            <a:endParaRPr lang="es-CL" dirty="0"/>
          </a:p>
        </p:txBody>
      </p:sp>
      <p:sp>
        <p:nvSpPr>
          <p:cNvPr id="13" name="Título 1">
            <a:extLst>
              <a:ext uri="{FF2B5EF4-FFF2-40B4-BE49-F238E27FC236}">
                <a16:creationId xmlns:a16="http://schemas.microsoft.com/office/drawing/2014/main" id="{68054C18-8004-48D0-9CA4-C6C6E46B28D6}"/>
              </a:ext>
            </a:extLst>
          </p:cNvPr>
          <p:cNvSpPr txBox="1">
            <a:spLocks/>
          </p:cNvSpPr>
          <p:nvPr/>
        </p:nvSpPr>
        <p:spPr>
          <a:xfrm>
            <a:off x="141746" y="6373143"/>
            <a:ext cx="522781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err="1"/>
              <a:t>Nota:</a:t>
            </a:r>
            <a:r>
              <a:rPr lang="es-MX" sz="1600" i="1" dirty="0" err="1"/>
              <a:t>https</a:t>
            </a:r>
            <a:r>
              <a:rPr lang="es-MX" sz="1600" i="1" dirty="0"/>
              <a:t>://github.com/</a:t>
            </a:r>
            <a:r>
              <a:rPr lang="es-MX" sz="1600" i="1" dirty="0" err="1"/>
              <a:t>langchain-ai</a:t>
            </a:r>
            <a:r>
              <a:rPr lang="es-MX" sz="1600" i="1" dirty="0"/>
              <a:t>/</a:t>
            </a:r>
            <a:r>
              <a:rPr lang="es-MX" sz="1600" i="1" dirty="0" err="1"/>
              <a:t>open_deep_research</a:t>
            </a:r>
            <a:endParaRPr lang="es-CL" sz="1600" i="1" dirty="0"/>
          </a:p>
        </p:txBody>
      </p:sp>
      <p:pic>
        <p:nvPicPr>
          <p:cNvPr id="6" name="Imagen 5">
            <a:extLst>
              <a:ext uri="{FF2B5EF4-FFF2-40B4-BE49-F238E27FC236}">
                <a16:creationId xmlns:a16="http://schemas.microsoft.com/office/drawing/2014/main" id="{1A554A77-79F2-9877-77D7-15D247937E4C}"/>
              </a:ext>
            </a:extLst>
          </p:cNvPr>
          <p:cNvPicPr>
            <a:picLocks noChangeAspect="1"/>
          </p:cNvPicPr>
          <p:nvPr/>
        </p:nvPicPr>
        <p:blipFill>
          <a:blip r:embed="rId4"/>
          <a:stretch>
            <a:fillRect/>
          </a:stretch>
        </p:blipFill>
        <p:spPr>
          <a:xfrm>
            <a:off x="1267785" y="1382245"/>
            <a:ext cx="4194437" cy="4672525"/>
          </a:xfrm>
          <a:prstGeom prst="rect">
            <a:avLst/>
          </a:prstGeom>
        </p:spPr>
      </p:pic>
      <p:sp>
        <p:nvSpPr>
          <p:cNvPr id="10" name="Título 5">
            <a:extLst>
              <a:ext uri="{FF2B5EF4-FFF2-40B4-BE49-F238E27FC236}">
                <a16:creationId xmlns:a16="http://schemas.microsoft.com/office/drawing/2014/main" id="{52FCAA0A-75C5-FF92-AB97-1A6B991BFC56}"/>
              </a:ext>
            </a:extLst>
          </p:cNvPr>
          <p:cNvSpPr>
            <a:spLocks noGrp="1"/>
          </p:cNvSpPr>
          <p:nvPr>
            <p:ph type="title"/>
          </p:nvPr>
        </p:nvSpPr>
        <p:spPr>
          <a:xfrm>
            <a:off x="5740400" y="1513182"/>
            <a:ext cx="5835374" cy="4217716"/>
          </a:xfrm>
        </p:spPr>
        <p:txBody>
          <a:bodyPr>
            <a:noAutofit/>
          </a:bodyPr>
          <a:lstStyle/>
          <a:p>
            <a:r>
              <a:rPr lang="es-MX" sz="2000" i="1" dirty="0"/>
              <a:t>Arquitectura agentica propuesta por </a:t>
            </a:r>
            <a:r>
              <a:rPr lang="es-MX" sz="2000" i="1" dirty="0" err="1"/>
              <a:t>LangChain</a:t>
            </a:r>
            <a:r>
              <a:rPr lang="es-MX" sz="2000" i="1" dirty="0"/>
              <a:t> para hacer una búsqueda profunda.</a:t>
            </a:r>
            <a:br>
              <a:rPr lang="es-MX" sz="2000" i="1" dirty="0"/>
            </a:br>
            <a:br>
              <a:rPr lang="es-MX" sz="2000" i="1" dirty="0"/>
            </a:br>
            <a:r>
              <a:rPr lang="es-MX" sz="2000" i="1" dirty="0"/>
              <a:t>Esta arquitectura tiene tres etapas:</a:t>
            </a:r>
            <a:br>
              <a:rPr lang="es-MX" sz="2000" i="1" dirty="0"/>
            </a:br>
            <a:br>
              <a:rPr lang="es-MX" sz="2000" i="1" dirty="0"/>
            </a:br>
            <a:r>
              <a:rPr lang="es-MX" sz="2000" i="1" dirty="0"/>
              <a:t>1. </a:t>
            </a:r>
            <a:r>
              <a:rPr lang="es-MX" sz="2000" i="1" dirty="0" err="1"/>
              <a:t>Scope</a:t>
            </a:r>
            <a:br>
              <a:rPr lang="es-MX" sz="2000" i="1" dirty="0"/>
            </a:br>
            <a:r>
              <a:rPr lang="es-MX" sz="2000" i="1" dirty="0"/>
              <a:t>2. </a:t>
            </a:r>
            <a:r>
              <a:rPr lang="es-MX" sz="2000" i="1" dirty="0" err="1"/>
              <a:t>Research</a:t>
            </a:r>
            <a:br>
              <a:rPr lang="es-MX" sz="2000" i="1" dirty="0"/>
            </a:br>
            <a:r>
              <a:rPr lang="es-MX" sz="2000" i="1" dirty="0"/>
              <a:t>3. </a:t>
            </a:r>
            <a:r>
              <a:rPr lang="es-MX" sz="2000" i="1" dirty="0" err="1"/>
              <a:t>Write</a:t>
            </a:r>
            <a:br>
              <a:rPr lang="es-MX" sz="2000" i="1" dirty="0"/>
            </a:br>
            <a:br>
              <a:rPr lang="es-MX" sz="2000" i="1" dirty="0"/>
            </a:br>
            <a:r>
              <a:rPr lang="es-MX" sz="2000" i="1" dirty="0"/>
              <a:t>Las etapas están compuestas de nodos, que tienen </a:t>
            </a:r>
            <a:r>
              <a:rPr lang="es-MX" sz="2000" i="1" dirty="0" err="1"/>
              <a:t>tools</a:t>
            </a:r>
            <a:r>
              <a:rPr lang="es-MX" sz="2000" i="1" dirty="0"/>
              <a:t> y capacidades de razonamiento.</a:t>
            </a:r>
            <a:br>
              <a:rPr lang="es-MX" sz="2000" b="1" i="1" dirty="0"/>
            </a:br>
            <a:endParaRPr lang="es-CL" sz="2000" dirty="0"/>
          </a:p>
        </p:txBody>
      </p:sp>
    </p:spTree>
    <p:extLst>
      <p:ext uri="{BB962C8B-B14F-4D97-AF65-F5344CB8AC3E}">
        <p14:creationId xmlns:p14="http://schemas.microsoft.com/office/powerpoint/2010/main" val="1955310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62DBE-8C83-5A30-B8CA-690836A765EC}"/>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E8E0C0F8-3F16-44B7-AD9F-9FF260F616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E22137F2-690A-E9D4-B201-5BBA25349413}"/>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7" name="Título 1">
            <a:extLst>
              <a:ext uri="{FF2B5EF4-FFF2-40B4-BE49-F238E27FC236}">
                <a16:creationId xmlns:a16="http://schemas.microsoft.com/office/drawing/2014/main" id="{7496C2E4-0543-6F1B-2F23-793C6252711A}"/>
              </a:ext>
            </a:extLst>
          </p:cNvPr>
          <p:cNvSpPr txBox="1">
            <a:spLocks/>
          </p:cNvSpPr>
          <p:nvPr/>
        </p:nvSpPr>
        <p:spPr>
          <a:xfrm>
            <a:off x="431580" y="957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dirty="0"/>
              <a:t>Memoria : </a:t>
            </a:r>
            <a:r>
              <a:rPr lang="es-MX" i="1" dirty="0"/>
              <a:t>Próxima clase…</a:t>
            </a:r>
            <a:endParaRPr lang="es-CL" dirty="0"/>
          </a:p>
        </p:txBody>
      </p:sp>
      <p:pic>
        <p:nvPicPr>
          <p:cNvPr id="5122" name="Picture 2" descr="Qué tipos de memoria tenemos? - Centro Neuronea">
            <a:extLst>
              <a:ext uri="{FF2B5EF4-FFF2-40B4-BE49-F238E27FC236}">
                <a16:creationId xmlns:a16="http://schemas.microsoft.com/office/drawing/2014/main" id="{553E7CDF-6851-1202-CE04-65BC436DE1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5225" y="1327172"/>
            <a:ext cx="5386696" cy="459112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gen que hace tan especial al cerebro humano">
            <a:extLst>
              <a:ext uri="{FF2B5EF4-FFF2-40B4-BE49-F238E27FC236}">
                <a16:creationId xmlns:a16="http://schemas.microsoft.com/office/drawing/2014/main" id="{693B0C3A-F51E-EDD7-CF22-F6F4D78B0C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678" y="2698810"/>
            <a:ext cx="2466975" cy="1847850"/>
          </a:xfrm>
          <a:prstGeom prst="rect">
            <a:avLst/>
          </a:prstGeom>
          <a:noFill/>
          <a:extLst>
            <a:ext uri="{909E8E84-426E-40DD-AFC4-6F175D3DCCD1}">
              <a14:hiddenFill xmlns:a14="http://schemas.microsoft.com/office/drawing/2010/main">
                <a:solidFill>
                  <a:srgbClr val="FFFFFF"/>
                </a:solidFill>
              </a14:hiddenFill>
            </a:ext>
          </a:extLst>
        </p:spPr>
      </p:pic>
      <p:sp>
        <p:nvSpPr>
          <p:cNvPr id="9" name="Título 1">
            <a:extLst>
              <a:ext uri="{FF2B5EF4-FFF2-40B4-BE49-F238E27FC236}">
                <a16:creationId xmlns:a16="http://schemas.microsoft.com/office/drawing/2014/main" id="{611A31C0-1474-F821-45F0-E1C9E3CE98F0}"/>
              </a:ext>
            </a:extLst>
          </p:cNvPr>
          <p:cNvSpPr txBox="1">
            <a:spLocks/>
          </p:cNvSpPr>
          <p:nvPr/>
        </p:nvSpPr>
        <p:spPr>
          <a:xfrm>
            <a:off x="8089255" y="1920704"/>
            <a:ext cx="3940185" cy="28036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i="1" dirty="0"/>
              <a:t>Si fueran agentes, </a:t>
            </a:r>
          </a:p>
          <a:p>
            <a:pPr algn="ctr"/>
            <a:r>
              <a:rPr lang="es-MX" i="1" dirty="0"/>
              <a:t>¿Qué memoria seria útil tener?</a:t>
            </a:r>
          </a:p>
        </p:txBody>
      </p:sp>
    </p:spTree>
    <p:extLst>
      <p:ext uri="{BB962C8B-B14F-4D97-AF65-F5344CB8AC3E}">
        <p14:creationId xmlns:p14="http://schemas.microsoft.com/office/powerpoint/2010/main" val="3530158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A78E-F13D-F485-8812-AAC081BAADE1}"/>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54426261-159F-0AB4-721D-E8321ED90E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42B10471-0421-219C-42FE-B6BBEA6E9E2A}"/>
              </a:ext>
            </a:extLst>
          </p:cNvPr>
          <p:cNvSpPr txBox="1">
            <a:spLocks/>
          </p:cNvSpPr>
          <p:nvPr/>
        </p:nvSpPr>
        <p:spPr>
          <a:xfrm>
            <a:off x="989606" y="284087"/>
            <a:ext cx="97688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s-CL" sz="3200" i="1" dirty="0"/>
          </a:p>
        </p:txBody>
      </p:sp>
      <p:sp>
        <p:nvSpPr>
          <p:cNvPr id="5" name="Título 1">
            <a:extLst>
              <a:ext uri="{FF2B5EF4-FFF2-40B4-BE49-F238E27FC236}">
                <a16:creationId xmlns:a16="http://schemas.microsoft.com/office/drawing/2014/main" id="{F7959D8D-0754-8CE7-2637-DFDA9E6DEB40}"/>
              </a:ext>
            </a:extLst>
          </p:cNvPr>
          <p:cNvSpPr txBox="1">
            <a:spLocks/>
          </p:cNvSpPr>
          <p:nvPr/>
        </p:nvSpPr>
        <p:spPr>
          <a:xfrm>
            <a:off x="1183008" y="5501982"/>
            <a:ext cx="3745035" cy="45411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i="1" dirty="0"/>
              <a:t>El motor del modelo. Los principales proveedor son </a:t>
            </a:r>
            <a:r>
              <a:rPr lang="es-MX" sz="1600" i="1" dirty="0" err="1"/>
              <a:t>OpenAI</a:t>
            </a:r>
            <a:r>
              <a:rPr lang="es-MX" sz="1600" i="1" dirty="0"/>
              <a:t>, Google y </a:t>
            </a:r>
            <a:r>
              <a:rPr lang="es-MX" sz="1600" i="1" dirty="0" err="1"/>
              <a:t>Anthropic</a:t>
            </a:r>
            <a:endParaRPr lang="es-CL" sz="1600" i="1" dirty="0"/>
          </a:p>
        </p:txBody>
      </p:sp>
      <p:pic>
        <p:nvPicPr>
          <p:cNvPr id="9" name="Gráfico 8" descr="Robot">
            <a:extLst>
              <a:ext uri="{FF2B5EF4-FFF2-40B4-BE49-F238E27FC236}">
                <a16:creationId xmlns:a16="http://schemas.microsoft.com/office/drawing/2014/main" id="{1AFBF278-ADE3-4BD7-AD58-BF3275346BB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9470" y="2761605"/>
            <a:ext cx="1078506" cy="1078506"/>
          </a:xfrm>
          <a:prstGeom prst="rect">
            <a:avLst/>
          </a:prstGeom>
        </p:spPr>
      </p:pic>
      <p:sp>
        <p:nvSpPr>
          <p:cNvPr id="10" name="Título 1">
            <a:extLst>
              <a:ext uri="{FF2B5EF4-FFF2-40B4-BE49-F238E27FC236}">
                <a16:creationId xmlns:a16="http://schemas.microsoft.com/office/drawing/2014/main" id="{9E787F2A-8313-1AE0-F218-4D2B56E793A8}"/>
              </a:ext>
            </a:extLst>
          </p:cNvPr>
          <p:cNvSpPr txBox="1">
            <a:spLocks/>
          </p:cNvSpPr>
          <p:nvPr/>
        </p:nvSpPr>
        <p:spPr>
          <a:xfrm>
            <a:off x="-2469519" y="4435466"/>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LLMs</a:t>
            </a:r>
            <a:endParaRPr lang="es-MX" sz="2400" i="1" dirty="0"/>
          </a:p>
        </p:txBody>
      </p:sp>
      <p:sp>
        <p:nvSpPr>
          <p:cNvPr id="11" name="Título 1">
            <a:extLst>
              <a:ext uri="{FF2B5EF4-FFF2-40B4-BE49-F238E27FC236}">
                <a16:creationId xmlns:a16="http://schemas.microsoft.com/office/drawing/2014/main" id="{3AE539E2-4C4C-7AAA-1BAD-EE7F3326C009}"/>
              </a:ext>
            </a:extLst>
          </p:cNvPr>
          <p:cNvSpPr txBox="1">
            <a:spLocks/>
          </p:cNvSpPr>
          <p:nvPr/>
        </p:nvSpPr>
        <p:spPr>
          <a:xfrm>
            <a:off x="3389875" y="1030899"/>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Plan</a:t>
            </a:r>
            <a:endParaRPr lang="es-MX" sz="2400" i="1" dirty="0"/>
          </a:p>
        </p:txBody>
      </p:sp>
      <p:sp>
        <p:nvSpPr>
          <p:cNvPr id="12" name="Título 1">
            <a:extLst>
              <a:ext uri="{FF2B5EF4-FFF2-40B4-BE49-F238E27FC236}">
                <a16:creationId xmlns:a16="http://schemas.microsoft.com/office/drawing/2014/main" id="{77D34B60-8D62-41C2-83C4-558490A03A25}"/>
              </a:ext>
            </a:extLst>
          </p:cNvPr>
          <p:cNvSpPr txBox="1">
            <a:spLocks/>
          </p:cNvSpPr>
          <p:nvPr/>
        </p:nvSpPr>
        <p:spPr>
          <a:xfrm>
            <a:off x="2762554" y="4376423"/>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Tools</a:t>
            </a:r>
            <a:endParaRPr lang="es-MX" sz="2400" i="1" dirty="0"/>
          </a:p>
        </p:txBody>
      </p:sp>
      <p:sp>
        <p:nvSpPr>
          <p:cNvPr id="13" name="Título 1">
            <a:extLst>
              <a:ext uri="{FF2B5EF4-FFF2-40B4-BE49-F238E27FC236}">
                <a16:creationId xmlns:a16="http://schemas.microsoft.com/office/drawing/2014/main" id="{6995E99A-44C8-BAE8-02FC-3FAD01D9B2CA}"/>
              </a:ext>
            </a:extLst>
          </p:cNvPr>
          <p:cNvSpPr txBox="1">
            <a:spLocks/>
          </p:cNvSpPr>
          <p:nvPr/>
        </p:nvSpPr>
        <p:spPr>
          <a:xfrm>
            <a:off x="-2548837" y="1103843"/>
            <a:ext cx="109991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i="1" dirty="0"/>
              <a:t>Memoria</a:t>
            </a:r>
            <a:endParaRPr lang="es-MX" sz="2400" i="1" dirty="0"/>
          </a:p>
        </p:txBody>
      </p:sp>
      <p:cxnSp>
        <p:nvCxnSpPr>
          <p:cNvPr id="15" name="Conector recto de flecha 14">
            <a:extLst>
              <a:ext uri="{FF2B5EF4-FFF2-40B4-BE49-F238E27FC236}">
                <a16:creationId xmlns:a16="http://schemas.microsoft.com/office/drawing/2014/main" id="{587DCB69-58EA-4F28-E7D3-8605F9C3C47B}"/>
              </a:ext>
            </a:extLst>
          </p:cNvPr>
          <p:cNvCxnSpPr>
            <a:cxnSpLocks/>
          </p:cNvCxnSpPr>
          <p:nvPr/>
        </p:nvCxnSpPr>
        <p:spPr>
          <a:xfrm flipH="1" flipV="1">
            <a:off x="4163928" y="2031392"/>
            <a:ext cx="1075542" cy="9025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8D4B00BC-37C8-F799-696D-732A2C53892F}"/>
              </a:ext>
            </a:extLst>
          </p:cNvPr>
          <p:cNvCxnSpPr>
            <a:cxnSpLocks/>
          </p:cNvCxnSpPr>
          <p:nvPr/>
        </p:nvCxnSpPr>
        <p:spPr>
          <a:xfrm flipH="1">
            <a:off x="3315403" y="3725729"/>
            <a:ext cx="1847069" cy="9844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9B3F832A-09E0-4D85-4C67-9442CCAA7261}"/>
              </a:ext>
            </a:extLst>
          </p:cNvPr>
          <p:cNvCxnSpPr>
            <a:cxnSpLocks/>
          </p:cNvCxnSpPr>
          <p:nvPr/>
        </p:nvCxnSpPr>
        <p:spPr>
          <a:xfrm flipV="1">
            <a:off x="6394974" y="1986843"/>
            <a:ext cx="1388059" cy="91378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E9CBE871-9105-BAA6-4549-3BC2D34391EC}"/>
              </a:ext>
            </a:extLst>
          </p:cNvPr>
          <p:cNvCxnSpPr>
            <a:cxnSpLocks/>
          </p:cNvCxnSpPr>
          <p:nvPr/>
        </p:nvCxnSpPr>
        <p:spPr>
          <a:xfrm>
            <a:off x="6394974" y="3752385"/>
            <a:ext cx="1388059" cy="93118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ítulo 1">
            <a:extLst>
              <a:ext uri="{FF2B5EF4-FFF2-40B4-BE49-F238E27FC236}">
                <a16:creationId xmlns:a16="http://schemas.microsoft.com/office/drawing/2014/main" id="{64688A16-8F73-2E62-5D0B-4C5ED53B69D0}"/>
              </a:ext>
            </a:extLst>
          </p:cNvPr>
          <p:cNvSpPr>
            <a:spLocks noGrp="1"/>
          </p:cNvSpPr>
          <p:nvPr>
            <p:ph type="title"/>
          </p:nvPr>
        </p:nvSpPr>
        <p:spPr>
          <a:xfrm>
            <a:off x="2525233" y="205189"/>
            <a:ext cx="10515600" cy="1325563"/>
          </a:xfrm>
        </p:spPr>
        <p:txBody>
          <a:bodyPr/>
          <a:lstStyle/>
          <a:p>
            <a:r>
              <a:rPr lang="es-MX" b="1" i="1" dirty="0"/>
              <a:t>Agentes</a:t>
            </a:r>
            <a:r>
              <a:rPr lang="es-MX" i="1" dirty="0"/>
              <a:t> más que solo </a:t>
            </a:r>
            <a:r>
              <a:rPr lang="es-MX" i="1" dirty="0" err="1"/>
              <a:t>LLMs</a:t>
            </a:r>
            <a:r>
              <a:rPr lang="es-MX" b="1" i="1" dirty="0"/>
              <a:t>.</a:t>
            </a:r>
            <a:endParaRPr lang="es-CL" b="1" dirty="0"/>
          </a:p>
        </p:txBody>
      </p:sp>
      <p:sp>
        <p:nvSpPr>
          <p:cNvPr id="36" name="Título 1">
            <a:extLst>
              <a:ext uri="{FF2B5EF4-FFF2-40B4-BE49-F238E27FC236}">
                <a16:creationId xmlns:a16="http://schemas.microsoft.com/office/drawing/2014/main" id="{2251D9D5-2BBB-A627-3249-0C0C712967F1}"/>
              </a:ext>
            </a:extLst>
          </p:cNvPr>
          <p:cNvSpPr txBox="1">
            <a:spLocks/>
          </p:cNvSpPr>
          <p:nvPr/>
        </p:nvSpPr>
        <p:spPr>
          <a:xfrm>
            <a:off x="1425199" y="1897436"/>
            <a:ext cx="2722201" cy="1259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500" i="1" dirty="0"/>
              <a:t>mecanismos que permiten a un modelo retener y utilizar información.</a:t>
            </a:r>
          </a:p>
          <a:p>
            <a:pPr algn="ctr"/>
            <a:r>
              <a:rPr lang="es-MX" sz="1500" i="1" dirty="0"/>
              <a:t>. </a:t>
            </a:r>
            <a:endParaRPr lang="es-CL" sz="1500" i="1" dirty="0"/>
          </a:p>
        </p:txBody>
      </p:sp>
      <p:sp>
        <p:nvSpPr>
          <p:cNvPr id="37" name="Título 1">
            <a:extLst>
              <a:ext uri="{FF2B5EF4-FFF2-40B4-BE49-F238E27FC236}">
                <a16:creationId xmlns:a16="http://schemas.microsoft.com/office/drawing/2014/main" id="{6E48EB6D-CBC5-80DB-C27F-2E0FCB59B7D8}"/>
              </a:ext>
            </a:extLst>
          </p:cNvPr>
          <p:cNvSpPr txBox="1">
            <a:spLocks/>
          </p:cNvSpPr>
          <p:nvPr/>
        </p:nvSpPr>
        <p:spPr>
          <a:xfrm>
            <a:off x="7783033" y="1859734"/>
            <a:ext cx="2722201" cy="1259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500" i="1" dirty="0"/>
              <a:t>Capacidad del modelo de descomponer un problema en tareas para resolverlo.</a:t>
            </a:r>
          </a:p>
          <a:p>
            <a:pPr algn="ctr"/>
            <a:r>
              <a:rPr lang="es-MX" sz="1500" i="1" dirty="0"/>
              <a:t>. </a:t>
            </a:r>
            <a:endParaRPr lang="es-CL" sz="1500" i="1" dirty="0"/>
          </a:p>
        </p:txBody>
      </p:sp>
      <p:sp>
        <p:nvSpPr>
          <p:cNvPr id="38" name="Título 1">
            <a:extLst>
              <a:ext uri="{FF2B5EF4-FFF2-40B4-BE49-F238E27FC236}">
                <a16:creationId xmlns:a16="http://schemas.microsoft.com/office/drawing/2014/main" id="{15FF02DA-45EB-D1F8-76E4-9350FFB0AB56}"/>
              </a:ext>
            </a:extLst>
          </p:cNvPr>
          <p:cNvSpPr txBox="1">
            <a:spLocks/>
          </p:cNvSpPr>
          <p:nvPr/>
        </p:nvSpPr>
        <p:spPr>
          <a:xfrm>
            <a:off x="7753499" y="5123362"/>
            <a:ext cx="2722201" cy="1259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500" i="1" dirty="0"/>
              <a:t>Funciones que le permiten al modelo conectarse con el mundo exterior.</a:t>
            </a:r>
          </a:p>
          <a:p>
            <a:pPr algn="ctr"/>
            <a:r>
              <a:rPr lang="es-MX" sz="1500" i="1" dirty="0"/>
              <a:t>. </a:t>
            </a:r>
            <a:endParaRPr lang="es-CL" sz="1500" i="1" dirty="0"/>
          </a:p>
        </p:txBody>
      </p:sp>
    </p:spTree>
    <p:extLst>
      <p:ext uri="{BB962C8B-B14F-4D97-AF65-F5344CB8AC3E}">
        <p14:creationId xmlns:p14="http://schemas.microsoft.com/office/powerpoint/2010/main" val="410619364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2975</TotalTime>
  <Words>668</Words>
  <Application>Microsoft Office PowerPoint</Application>
  <PresentationFormat>Panorámica</PresentationFormat>
  <Paragraphs>70</Paragraphs>
  <Slides>13</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Calibri Light</vt:lpstr>
      <vt:lpstr>Tema de Office</vt:lpstr>
      <vt:lpstr>Ingeniería de soluciones con AI</vt:lpstr>
      <vt:lpstr>Noticias: Some files were leaked in Claude Code.</vt:lpstr>
      <vt:lpstr>Noticias: Gemma 4, un modelo multimodal.</vt:lpstr>
      <vt:lpstr>¿Qué es un agente?</vt:lpstr>
      <vt:lpstr>¿Cuáles son sus componentes?</vt:lpstr>
      <vt:lpstr>Los agentes de código tienen herramientas que les permiten conectarse a los archivos (comandos de Linux).</vt:lpstr>
      <vt:lpstr>Tarea: Proyección de las ventas para Fruity Fedora sobre los próximos tres años.</vt:lpstr>
      <vt:lpstr>Presentación de PowerPoint</vt:lpstr>
      <vt:lpstr>Presentación de PowerPoint</vt:lpstr>
      <vt:lpstr>Function calling es una forma de llamar tools usando modelos de lenguaje.  Los principales consejos que hay que tener al momento de usar tools son: 1- Definir correctamente el nombre de la tool. 2- Definir la funcionalidad de la tool (descripción). 3- Definir correctamente el nombre de los argumentos. 4- Definir el tipo de dato de los argumentos. 5- Definir los parámetros requeridos.  Los modelos usan, seleccionan e implementan mejor las tools con mayor información.</vt:lpstr>
      <vt:lpstr>Arquitectura agentica propuesta por LangChain para hacer una búsqueda profunda.  Esta arquitectura tiene tres etapas:  1. Scope 2. Research 3. Write  Las etapas están compuestas de nodos, que tienen tools y capacidades de razonamiento. </vt:lpstr>
      <vt:lpstr>Presentación de PowerPoint</vt:lpstr>
      <vt:lpstr>Agentes más que solo LLMs.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21</cp:revision>
  <dcterms:created xsi:type="dcterms:W3CDTF">2026-03-06T13:35:57Z</dcterms:created>
  <dcterms:modified xsi:type="dcterms:W3CDTF">2026-04-07T11:52:49Z</dcterms:modified>
</cp:coreProperties>
</file>